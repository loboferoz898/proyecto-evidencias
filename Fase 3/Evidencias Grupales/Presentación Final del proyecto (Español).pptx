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6F074-E0E9-8E9D-B3CD-BB814B7CA3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7BF9AE-1607-D09C-F008-E72DDC8B4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E6A840-27B6-71A5-2D31-C8B15A560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EB4B-32F0-44C7-884E-E8641DFBCB07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9DCD89-1DA7-1598-F905-2849E3536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251F5C-E930-A11C-CDC3-015F16EE8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7D7C6-5B8C-4D84-A408-A7E169827B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89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31FAF-15CD-21E7-1549-4C96EE302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990DAB-8ABF-A792-6582-560EDB87F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255438-5A70-1682-AD6F-41E049DF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EB4B-32F0-44C7-884E-E8641DFBCB07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F21C5D-F389-B4F2-0533-076A24ADF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E18412-B92A-EE37-5C27-E28AF0EE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7D7C6-5B8C-4D84-A408-A7E169827B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46937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492C2-D948-2F90-F14C-2CC2CCE97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18326D-4B0F-4FDB-9C20-918E90CF3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189F9D-E01D-A729-7AE3-CD7D9108E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EB4B-32F0-44C7-884E-E8641DFBCB07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244894-A8FC-6394-401C-D4469D99A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F2A2AD-73F3-2062-9808-2B44F6A3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7D7C6-5B8C-4D84-A408-A7E169827B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70052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FA1A82-1133-4462-BC15-CB09849E7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375489-BC8B-5590-6213-359070B4EE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0B10E1-A708-06A1-8EEC-3BF25476E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7FD5E2-ABFB-7E00-009C-6C435ACC9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EB4B-32F0-44C7-884E-E8641DFBCB07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83DEC7-8969-6B7B-4873-2148D99AE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B16CF7-2260-2985-2F26-9DC4B12E8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7D7C6-5B8C-4D84-A408-A7E169827B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7775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4CC04E-C050-EB9D-2A4A-4B7BC2735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C4F988-26D0-D06C-8B03-2AF4637EE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990C7E-4B7B-81EF-8A48-4A3FB8E85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68FDDDE-D951-E3D8-9B3A-30B456002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8C9A11-1E3D-99F7-8C68-A29503F392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4A4631F-A932-B346-233E-2F245FF8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EB4B-32F0-44C7-884E-E8641DFBCB07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7ED456D-554A-E560-2696-AF1F7C9BE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7BA6DEB-6981-166B-7742-EEB16F857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7D7C6-5B8C-4D84-A408-A7E169827B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8605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76A25-2A72-FA0A-ABC4-E413950AC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4E38627-3339-8F3E-FCD2-1DC6EBD57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EB4B-32F0-44C7-884E-E8641DFBCB07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2BECEFE-8AFB-8F9C-DCDE-77B7AA2AF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51EB443-C330-D8EB-9C20-8F082F2AF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7D7C6-5B8C-4D84-A408-A7E169827B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752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03958F8-1A13-17E7-4008-831AA0D49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EB4B-32F0-44C7-884E-E8641DFBCB07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A54CADE-ACD8-14E7-72FA-1A99C6D16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FFBE89-56C2-3373-49EA-A3636EAB6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7D7C6-5B8C-4D84-A408-A7E169827B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4449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03066-C47E-1C10-0A44-53A31164D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7765A0-7396-D741-2EA1-D50443BC1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BE5819B-4B36-314B-D7A8-B1218A4B9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F7450E-16F7-7027-CFF5-B6B166C74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EB4B-32F0-44C7-884E-E8641DFBCB07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4F417D-EC62-9BA5-BC29-68029A1AC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5FC1BC5-C148-3BA2-1C91-1F0303AAA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7D7C6-5B8C-4D84-A408-A7E169827B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814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164FF6-5DDD-EE27-2C62-A5D8616DD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4C95B6D-0488-E290-D955-9FD4BD70B4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60875FA-8B21-60CA-9FF1-69A405E93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B312BF-828E-33E8-3596-43FF5F19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EB4B-32F0-44C7-884E-E8641DFBCB07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D71EDE-841D-F725-E561-683BFD42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191CF8-161D-C1DC-13E8-BBF75562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7D7C6-5B8C-4D84-A408-A7E169827B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4002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00FDB-D37E-B730-D061-00128BDF2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E65AC7E-4518-BFF3-FFE8-67991626B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4F8CC0-663C-4222-910C-C80B9141D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EB4B-32F0-44C7-884E-E8641DFBCB07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812916-9CCC-75D3-E026-70565790E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8901A8-2FCE-26A4-F8CA-2EFF7462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7D7C6-5B8C-4D84-A408-A7E169827B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9179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ADEFBB-1644-B037-E316-EF75DE2C54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1B4DF82-5867-7C17-6647-3EDD0341E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D5332D-E4EF-EE9E-2039-BC43FA7D8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EB4B-32F0-44C7-884E-E8641DFBCB07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30271-87F9-A5EF-54F1-6305BD297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6668C8-2691-645C-4521-D9284CF38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7D7C6-5B8C-4D84-A408-A7E169827B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9709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8613F5D-7C9B-F00B-A484-79FBCAFD0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F7A4E2-B7E8-A412-8B85-6FA41911F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75D7F2-5FBE-F453-1EE4-C76F858F92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07EB4B-32F0-44C7-884E-E8641DFBCB07}" type="datetimeFigureOut">
              <a:rPr lang="es-CL" smtClean="0"/>
              <a:t>02-12-2025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E516F0-D46B-4AFD-685C-4F9B5B697F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57D0A1-A6FB-88B1-0E78-61BAE2AEE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7D7C6-5B8C-4D84-A408-A7E169827B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98865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B1BAB-DC39-EC6F-1F0B-7DAA8693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449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CL" dirty="0"/>
              <a:t>Estas son los pantallazos de nuestra presentación la cual esta en </a:t>
            </a:r>
            <a:r>
              <a:rPr lang="es-CL" dirty="0" err="1"/>
              <a:t>prezi</a:t>
            </a:r>
            <a:r>
              <a:rPr lang="es-CL" dirty="0"/>
              <a:t> debido a que para subirlo al </a:t>
            </a:r>
            <a:r>
              <a:rPr lang="es-CL" dirty="0" err="1"/>
              <a:t>github</a:t>
            </a:r>
            <a:r>
              <a:rPr lang="es-CL" dirty="0"/>
              <a:t> no se pueden subir links lo subimos así con </a:t>
            </a:r>
            <a:r>
              <a:rPr lang="es-CL" dirty="0" err="1"/>
              <a:t>screenshots</a:t>
            </a:r>
            <a:r>
              <a:rPr lang="es-CL" dirty="0"/>
              <a:t> pero de igual manera dejaremos el link de la presentación en </a:t>
            </a:r>
            <a:r>
              <a:rPr lang="es-CL" dirty="0" err="1"/>
              <a:t>prezi</a:t>
            </a:r>
            <a:r>
              <a:rPr lang="es-CL" dirty="0"/>
              <a:t> por si acaso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B2B5989-3B20-342D-1169-3E23ABF6D602}"/>
              </a:ext>
            </a:extLst>
          </p:cNvPr>
          <p:cNvSpPr txBox="1">
            <a:spLocks/>
          </p:cNvSpPr>
          <p:nvPr/>
        </p:nvSpPr>
        <p:spPr>
          <a:xfrm>
            <a:off x="838200" y="410017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dirty="0"/>
              <a:t>https://prezi.com/view/Q7DQMjWYRVeNyqH2Lfvb/?referral_token=ebw_GulnB3FN</a:t>
            </a:r>
          </a:p>
        </p:txBody>
      </p:sp>
    </p:spTree>
    <p:extLst>
      <p:ext uri="{BB962C8B-B14F-4D97-AF65-F5344CB8AC3E}">
        <p14:creationId xmlns:p14="http://schemas.microsoft.com/office/powerpoint/2010/main" val="3618236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80552F8-BD98-9912-4723-E64D2868D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692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A66D63E-F453-1AB5-2770-0872F13F8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63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492D497-8909-AEB8-D717-3AA8A6818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103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97A05D3-13EF-5075-1447-B108336CD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033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8AADF90-CFAD-219B-07F6-A9F51BB5B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345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E4BC0-5F4D-C9CC-E60D-8F1E2D43E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56E9F8B-F5FB-1E78-7F94-B12E790A6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501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B15A9-4261-E943-122B-4DC0D98DD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2E893A1-AD9B-663D-7FA7-B07BB320B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946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9F382-670B-CB40-A765-4DE79DE1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462FB8A-FE92-744B-A884-CA86BCBB6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771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0C6CC-BF93-E276-5991-A11D93B3A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2A7AA0C-BFD7-4829-B913-BDC926FA0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056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17111-ACC2-E745-F85C-E7037E128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07B40CE-B668-7CA3-E194-F8AC35667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392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91757-4A32-8C61-4B4A-5A8260C1F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34723FB-05EE-8681-34D9-8C052B899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231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5A698-AD97-14D8-10C9-79053C67C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292B91B-96E6-0A67-1579-C5267EF85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037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A09F1-F05B-602C-1F56-2949158FE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DD6B9C1-F1AC-4E7B-10BF-AD0A975D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827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A2B98-EE77-E337-D82C-CD7D265C8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D2F3C94-438D-A389-6F66-363016900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844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DF0F9-4BB5-63C1-B9C1-97D1AAAD7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E28B579-9203-793A-6C9F-927566915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01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407B7-BD81-F15B-05B0-525EE83FE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27F65A-E1F1-DE62-5F76-35D9CDA4D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01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FA1D5-3104-098D-7568-A1F316AEF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DF47AA6-E59A-1745-CFCD-7608DA920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00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E6D80-D1A0-FBEA-B1E4-43B0A4753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C3A86E3-9B90-6507-C389-924E3A8E8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851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56DFD-B305-20C2-1EEF-FA00724C2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B2C0CF8-DBE9-92A6-B499-50F0B5EE5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31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1CBCB-94BE-EC19-DF83-D9439269B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140A33D-21AC-70D5-0FD8-EA8896C84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600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84010-E7B9-BC1E-B782-4766C731D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4A307AA-1B4C-7468-0AA3-F910212E4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79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40A07-A364-2935-B102-18BE91982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BC01A07-1ACC-8C2B-4A69-9608475A5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819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E09C6-A22A-E0DB-E142-AE8ED334E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654E213-5F61-2328-5B04-54F5488C1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759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5656B-ABD6-8AD7-14B1-EC7011507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E3035B3-7AB8-F454-5E46-A5D2A9062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3790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C0A30-69B9-23C0-8F01-F37B0D736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A8D0531-6E41-E0A4-FD14-1AC1E2EA8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316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7D682-C972-9C1F-33E5-7DB885765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5A36C3B-6E30-1430-1582-25D27217C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5765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D785-2AD5-8CED-1E17-4507F7777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588453B-5710-BBB5-C114-C97D88211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4872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CC4F9-FAA4-B858-5728-58F00ABAF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B79B1B5-CA3C-E647-C098-5A31E8ADF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157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D914C-9712-C82C-9278-D30B2336C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1C989A3-1D27-F18B-9B4E-3350306C5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1967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FB315-13FE-6C6B-99F3-118352CB7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636EEF4-6CC6-1184-51FC-2AC1F5BF9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7951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1B13C-654F-D060-3697-56928554C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687469-7740-55D6-1762-76E74A79D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680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9AEAA-BBFD-C7FD-770E-528D4AD14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15CDAB0-AB22-23D5-C70D-67D807312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6512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368E3-7C0B-29DD-8A28-07D774283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A153579-4227-6803-E0F6-FB5D13C26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7118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A1C6F-630A-1283-EA9F-DDF4B1485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8424EA9-4340-FDE8-DACC-3C0CC3E9D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2411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278FE-D612-ACED-3213-D7581352C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35F261D-9A06-852D-A181-D566ACBB8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60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98A53-6759-D7A2-41B9-984F6EED6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932B299-3CBA-F897-2306-058F26981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8040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6A519-BF9F-CA0A-5FF3-A9D6B0270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862E48D-8235-EAA6-FA72-BC49F0200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320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49</Words>
  <Application>Microsoft Office PowerPoint</Application>
  <PresentationFormat>Panorámica</PresentationFormat>
  <Paragraphs>2</Paragraphs>
  <Slides>38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2" baseType="lpstr">
      <vt:lpstr>Aptos</vt:lpstr>
      <vt:lpstr>Aptos Display</vt:lpstr>
      <vt:lpstr>Arial</vt:lpstr>
      <vt:lpstr>Tema de Office</vt:lpstr>
      <vt:lpstr>Estas son los pantallazos de nuestra presentación la cual esta en prezi debido a que para subirlo al github no se pueden subir links lo subimos así con screenshots pero de igual manera dejaremos el link de la presentación en prezi por si acaso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Estas son los pantallazos de nuestra presentación la cual esta en prezi debido a que para subirlo al github no se pueden subir links lo subimos así con screenshots pero de igual manera dejaremos el link de la presentación en prezi por si acaso</dc:title>
  <dc:creator>HANS JEREMY ASTORGA FIGUEROA</dc:creator>
  <cp:lastModifiedBy>Claudio Adones Araya</cp:lastModifiedBy>
  <cp:revision>5</cp:revision>
  <dcterms:created xsi:type="dcterms:W3CDTF">2025-12-02T01:36:47Z</dcterms:created>
  <dcterms:modified xsi:type="dcterms:W3CDTF">2025-12-02T03:06:38Z</dcterms:modified>
</cp:coreProperties>
</file>