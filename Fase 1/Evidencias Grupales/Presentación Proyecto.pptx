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2" r:id="rId3"/>
    <p:sldMasterId id="2147483684" r:id="rId4"/>
  </p:sldMasterIdLst>
  <p:notesMasterIdLst>
    <p:notesMasterId r:id="rId23"/>
  </p:notesMasterIdLst>
  <p:sldIdLst>
    <p:sldId id="256" r:id="rId5"/>
    <p:sldId id="257" r:id="rId6"/>
    <p:sldId id="258" r:id="rId7"/>
    <p:sldId id="259" r:id="rId8"/>
    <p:sldId id="260" r:id="rId9"/>
    <p:sldId id="261" r:id="rId10"/>
    <p:sldId id="270" r:id="rId11"/>
    <p:sldId id="262" r:id="rId12"/>
    <p:sldId id="263" r:id="rId13"/>
    <p:sldId id="264" r:id="rId14"/>
    <p:sldId id="265" r:id="rId15"/>
    <p:sldId id="266" r:id="rId16"/>
    <p:sldId id="267" r:id="rId17"/>
    <p:sldId id="268" r:id="rId18"/>
    <p:sldId id="269" r:id="rId19"/>
    <p:sldId id="271" r:id="rId20"/>
    <p:sldId id="272" r:id="rId21"/>
    <p:sldId id="273" r:id="rId22"/>
  </p:sldIdLst>
  <p:sldSz cx="18288000" cy="10287000"/>
  <p:notesSz cx="6858000" cy="9144000"/>
  <p:embeddedFontLst>
    <p:embeddedFont>
      <p:font typeface="Public Sans" panose="020B0604020202020204" charset="0"/>
      <p:regular r:id="rId24"/>
      <p:bold r:id="rId25"/>
      <p:italic r:id="rId26"/>
      <p:boldItalic r:id="rId27"/>
    </p:embeddedFont>
    <p:embeddedFont>
      <p:font typeface="Nunito" panose="020B0604020202020204" charset="0"/>
      <p:regular r:id="rId28"/>
      <p:bold r:id="rId29"/>
      <p:italic r:id="rId30"/>
      <p:boldItalic r:id="rId31"/>
    </p:embeddedFont>
    <p:embeddedFont>
      <p:font typeface="Calibri" panose="020F0502020204030204" pitchFamily="34" charset="0"/>
      <p:regular r:id="rId32"/>
      <p:bold r:id="rId33"/>
      <p:italic r:id="rId34"/>
      <p:boldItalic r:id="rId35"/>
    </p:embeddedFont>
    <p:embeddedFont>
      <p:font typeface="Public Sans Thin" panose="020B0604020202020204" charset="0"/>
      <p:regular r:id="rId36"/>
      <p:bold r:id="rId37"/>
      <p:italic r:id="rId38"/>
      <p:boldItalic r:id="rId39"/>
    </p:embeddedFont>
    <p:embeddedFont>
      <p:font typeface="Public Sans Bold" panose="020B0604020202020204" charset="0"/>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jGwhfUxNec6Jum8rHoTJT9DHgn8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490"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7.xml"/><Relationship Id="rId34" Type="http://schemas.openxmlformats.org/officeDocument/2006/relationships/font" Target="fonts/font11.fntdata"/><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6.xml"/><Relationship Id="rId41" Type="http://customschemas.google.com/relationships/presentationmetadata" Target="metadata"/></Relationships>
</file>

<file path=ppt/charts/_rels/chart1.xml.rels><?xml version="1.0" encoding="UTF-8" standalone="yes"?>
<Relationships xmlns="http://schemas.openxmlformats.org/package/2006/relationships"><Relationship Id="rId3" Type="http://schemas.openxmlformats.org/officeDocument/2006/relationships/package" Target="../embeddings/Hoja_de_c_lculo_de_Microsoft_Excel.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rgbClr val="7030A0"/>
                </a:solidFill>
                <a:latin typeface="+mn-lt"/>
                <a:ea typeface="+mn-ea"/>
                <a:cs typeface="+mn-cs"/>
              </a:defRPr>
            </a:pPr>
            <a:r>
              <a:rPr lang="es-ES" sz="1862" b="1" i="0" u="none" strike="noStrike" baseline="0" dirty="0" smtClean="0">
                <a:solidFill>
                  <a:srgbClr val="7030A0"/>
                </a:solidFill>
              </a:rPr>
              <a:t>Mejora de más del 60% en calidad e interacción</a:t>
            </a:r>
            <a:endParaRPr lang="en-US" b="1" dirty="0">
              <a:solidFill>
                <a:srgbClr val="7030A0"/>
              </a:solidFill>
            </a:endParaRPr>
          </a:p>
        </c:rich>
      </c:tx>
      <c:overlay val="0"/>
      <c:spPr>
        <a:noFill/>
        <a:ln>
          <a:noFill/>
        </a:ln>
        <a:effectLst/>
      </c:spPr>
      <c:txPr>
        <a:bodyPr rot="0" spcFirstLastPara="1" vertOverflow="ellipsis" vert="horz" wrap="square" anchor="ctr" anchorCtr="1"/>
        <a:lstStyle/>
        <a:p>
          <a:pPr>
            <a:defRPr sz="1862" b="1" i="0" u="none" strike="noStrike" kern="1200" spc="0" baseline="0">
              <a:solidFill>
                <a:srgbClr val="7030A0"/>
              </a:solidFill>
              <a:latin typeface="+mn-lt"/>
              <a:ea typeface="+mn-ea"/>
              <a:cs typeface="+mn-cs"/>
            </a:defRPr>
          </a:pPr>
          <a:endParaRPr lang="en-US"/>
        </a:p>
      </c:txPr>
    </c:title>
    <c:autoTitleDeleted val="0"/>
    <c:plotArea>
      <c:layout/>
      <c:pieChart>
        <c:varyColors val="1"/>
        <c:ser>
          <c:idx val="0"/>
          <c:order val="0"/>
          <c:tx>
            <c:strRef>
              <c:f>Hoja1!$B$1</c:f>
              <c:strCache>
                <c:ptCount val="1"/>
                <c:pt idx="0">
                  <c:v>Ventas</c:v>
                </c:pt>
              </c:strCache>
            </c:strRef>
          </c:tx>
          <c:dPt>
            <c:idx val="0"/>
            <c:bubble3D val="0"/>
            <c:spPr>
              <a:solidFill>
                <a:schemeClr val="accent4">
                  <a:lumMod val="75000"/>
                </a:schemeClr>
              </a:solidFill>
              <a:ln w="19050">
                <a:solidFill>
                  <a:schemeClr val="lt1"/>
                </a:solidFill>
              </a:ln>
              <a:effectLst/>
            </c:spPr>
            <c:extLst>
              <c:ext xmlns:c16="http://schemas.microsoft.com/office/drawing/2014/chart" uri="{C3380CC4-5D6E-409C-BE32-E72D297353CC}">
                <c16:uniqueId val="{00000001-01DA-42CB-A34A-34D4898AD593}"/>
              </c:ext>
            </c:extLst>
          </c:dPt>
          <c:dPt>
            <c:idx val="1"/>
            <c:bubble3D val="0"/>
            <c:spPr>
              <a:solidFill>
                <a:schemeClr val="tx1">
                  <a:lumMod val="85000"/>
                  <a:lumOff val="15000"/>
                </a:schemeClr>
              </a:solidFill>
              <a:ln w="19050">
                <a:solidFill>
                  <a:schemeClr val="tx1">
                    <a:lumMod val="95000"/>
                    <a:lumOff val="5000"/>
                  </a:schemeClr>
                </a:solidFill>
              </a:ln>
              <a:effectLst/>
            </c:spPr>
            <c:extLst>
              <c:ext xmlns:c16="http://schemas.microsoft.com/office/drawing/2014/chart" uri="{C3380CC4-5D6E-409C-BE32-E72D297353CC}">
                <c16:uniqueId val="{00000002-01DA-42CB-A34A-34D4898AD593}"/>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7030A0"/>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Hoja1!$A$2:$A$3</c:f>
              <c:strCache>
                <c:ptCount val="2"/>
                <c:pt idx="0">
                  <c:v>Despues</c:v>
                </c:pt>
                <c:pt idx="1">
                  <c:v>Antes</c:v>
                </c:pt>
              </c:strCache>
            </c:strRef>
          </c:cat>
          <c:val>
            <c:numRef>
              <c:f>Hoja1!$B$2:$B$3</c:f>
              <c:numCache>
                <c:formatCode>General</c:formatCode>
                <c:ptCount val="2"/>
                <c:pt idx="0">
                  <c:v>0.6</c:v>
                </c:pt>
                <c:pt idx="1">
                  <c:v>0.4</c:v>
                </c:pt>
              </c:numCache>
            </c:numRef>
          </c:val>
          <c:extLst>
            <c:ext xmlns:c16="http://schemas.microsoft.com/office/drawing/2014/chart" uri="{C3380CC4-5D6E-409C-BE32-E72D297353CC}">
              <c16:uniqueId val="{00000000-01DA-42CB-A34A-34D4898AD593}"/>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rtl="0">
            <a:defRPr sz="2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2399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3" name="Google Shape;26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4" name="Google Shape;27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6" name="Google Shape;29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2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2"/>
          <p:cNvSpPr>
            <a:spLocks noGrp="1"/>
          </p:cNvSpPr>
          <p:nvPr>
            <p:ph type="pic" idx="2"/>
          </p:nvPr>
        </p:nvSpPr>
        <p:spPr>
          <a:xfrm>
            <a:off x="1792288" y="612775"/>
            <a:ext cx="5486400" cy="4114800"/>
          </a:xfrm>
          <a:prstGeom prst="rect">
            <a:avLst/>
          </a:prstGeom>
          <a:noFill/>
          <a:ln>
            <a:noFill/>
          </a:ln>
        </p:spPr>
      </p:sp>
      <p:sp>
        <p:nvSpPr>
          <p:cNvPr id="64" name="Google Shape;64;p2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912553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134084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8115317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0449273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7834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63052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04432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41374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604645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26071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863118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887386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300291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740343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119768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798152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569088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812037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603384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784753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8062550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1762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257724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917544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07676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35665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964430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298839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603095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267861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9543110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574323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13591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463791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743756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10/30/2025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‹Nº›</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6786443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jp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jp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18.png"/><Relationship Id="rId5" Type="http://schemas.openxmlformats.org/officeDocument/2006/relationships/image" Target="../media/image3.png"/><Relationship Id="rId10" Type="http://schemas.openxmlformats.org/officeDocument/2006/relationships/image" Target="../media/image17.png"/><Relationship Id="rId4" Type="http://schemas.openxmlformats.org/officeDocument/2006/relationships/image" Target="../media/image5.png"/><Relationship Id="rId9" Type="http://schemas.openxmlformats.org/officeDocument/2006/relationships/image" Target="../media/image16.png"/><Relationship Id="rId1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jp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10" Type="http://schemas.openxmlformats.org/officeDocument/2006/relationships/image" Target="../media/image25.png"/><Relationship Id="rId4" Type="http://schemas.openxmlformats.org/officeDocument/2006/relationships/image" Target="../media/image5.pn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5.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1.jpg"/><Relationship Id="rId9" Type="http://schemas.openxmlformats.org/officeDocument/2006/relationships/image" Target="../media/image32.png"/><Relationship Id="rId1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svg"/><Relationship Id="rId2" Type="http://schemas.openxmlformats.org/officeDocument/2006/relationships/image" Target="../media/image39.jpeg"/><Relationship Id="rId1" Type="http://schemas.openxmlformats.org/officeDocument/2006/relationships/slideLayout" Target="../slideLayouts/slideLayout18.xml"/><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image" Target="../media/image9.sv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9.xml"/><Relationship Id="rId6" Type="http://schemas.openxmlformats.org/officeDocument/2006/relationships/image" Target="../media/image43.svg"/><Relationship Id="rId5" Type="http://schemas.openxmlformats.org/officeDocument/2006/relationships/image" Target="../media/image41.png"/><Relationship Id="rId4" Type="http://schemas.openxmlformats.org/officeDocument/2006/relationships/image" Target="../media/image41.svg"/></Relationships>
</file>

<file path=ppt/slides/_rels/slide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7"/>
            </a:stretch>
          </a:blipFill>
          <a:ln>
            <a:noFill/>
          </a:ln>
        </p:spPr>
      </p:sp>
      <p:sp>
        <p:nvSpPr>
          <p:cNvPr id="85" name="Google Shape;85;p1"/>
          <p:cNvSpPr/>
          <p:nvPr/>
        </p:nvSpPr>
        <p:spPr>
          <a:xfrm flipH="1">
            <a:off x="13447130" y="1028700"/>
            <a:ext cx="6320791" cy="1248356"/>
          </a:xfrm>
          <a:custGeom>
            <a:avLst/>
            <a:gdLst/>
            <a:ahLst/>
            <a:cxnLst/>
            <a:rect l="l" t="t" r="r" b="b"/>
            <a:pathLst>
              <a:path w="6320791" h="1248356" extrusionOk="0">
                <a:moveTo>
                  <a:pt x="6320791" y="0"/>
                </a:moveTo>
                <a:lnTo>
                  <a:pt x="0" y="0"/>
                </a:lnTo>
                <a:lnTo>
                  <a:pt x="0" y="1248356"/>
                </a:lnTo>
                <a:lnTo>
                  <a:pt x="6320791" y="1248356"/>
                </a:lnTo>
                <a:lnTo>
                  <a:pt x="6320791" y="0"/>
                </a:lnTo>
                <a:close/>
              </a:path>
            </a:pathLst>
          </a:custGeom>
          <a:blipFill rotWithShape="1">
            <a:blip r:embed="rId4">
              <a:alphaModFix/>
            </a:blip>
            <a:stretch>
              <a:fillRect/>
            </a:stretch>
          </a:blipFill>
          <a:ln>
            <a:noFill/>
          </a:ln>
        </p:spPr>
      </p:sp>
      <p:sp>
        <p:nvSpPr>
          <p:cNvPr id="86" name="Google Shape;86;p1"/>
          <p:cNvSpPr/>
          <p:nvPr/>
        </p:nvSpPr>
        <p:spPr>
          <a:xfrm>
            <a:off x="11612603" y="2289558"/>
            <a:ext cx="6139288" cy="6031850"/>
          </a:xfrm>
          <a:custGeom>
            <a:avLst/>
            <a:gdLst/>
            <a:ahLst/>
            <a:cxnLst/>
            <a:rect l="l" t="t" r="r" b="b"/>
            <a:pathLst>
              <a:path w="6139288" h="6031850" extrusionOk="0">
                <a:moveTo>
                  <a:pt x="0" y="0"/>
                </a:moveTo>
                <a:lnTo>
                  <a:pt x="6139288" y="0"/>
                </a:lnTo>
                <a:lnTo>
                  <a:pt x="6139288" y="6031850"/>
                </a:lnTo>
                <a:lnTo>
                  <a:pt x="0" y="6031850"/>
                </a:lnTo>
                <a:lnTo>
                  <a:pt x="0" y="0"/>
                </a:lnTo>
                <a:close/>
              </a:path>
            </a:pathLst>
          </a:custGeom>
          <a:blipFill rotWithShape="1">
            <a:blip r:embed="rId5">
              <a:alphaModFix/>
            </a:blip>
            <a:stretch>
              <a:fillRect/>
            </a:stretch>
          </a:blipFill>
          <a:ln>
            <a:noFill/>
          </a:ln>
        </p:spPr>
      </p:sp>
      <p:cxnSp>
        <p:nvCxnSpPr>
          <p:cNvPr id="87" name="Google Shape;87;p1"/>
          <p:cNvCxnSpPr/>
          <p:nvPr/>
        </p:nvCxnSpPr>
        <p:spPr>
          <a:xfrm>
            <a:off x="1038225" y="9258300"/>
            <a:ext cx="4472520" cy="0"/>
          </a:xfrm>
          <a:prstGeom prst="straightConnector1">
            <a:avLst/>
          </a:prstGeom>
          <a:noFill/>
          <a:ln w="38100" cap="flat" cmpd="sng">
            <a:solidFill>
              <a:srgbClr val="FFFFFF"/>
            </a:solidFill>
            <a:prstDash val="solid"/>
            <a:round/>
            <a:headEnd type="none" w="sm" len="sm"/>
            <a:tailEnd type="oval" w="lg" len="lg"/>
          </a:ln>
        </p:spPr>
      </p:cxnSp>
      <p:sp>
        <p:nvSpPr>
          <p:cNvPr id="88" name="Google Shape;88;p1"/>
          <p:cNvSpPr txBox="1"/>
          <p:nvPr/>
        </p:nvSpPr>
        <p:spPr>
          <a:xfrm>
            <a:off x="1028700" y="7271944"/>
            <a:ext cx="4472520" cy="156416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800"/>
              <a:buFont typeface="Arial"/>
              <a:buNone/>
            </a:pPr>
            <a:r>
              <a:rPr lang="en-US" sz="1800" b="0" i="0" u="none" strike="noStrike" cap="none">
                <a:solidFill>
                  <a:srgbClr val="FFFFFF"/>
                </a:solidFill>
                <a:latin typeface="Public Sans"/>
                <a:ea typeface="Public Sans"/>
                <a:cs typeface="Public Sans"/>
                <a:sym typeface="Public Sans"/>
              </a:rPr>
              <a:t>POR:</a:t>
            </a:r>
            <a:endParaRPr sz="1400" b="0" i="0" u="none" strike="noStrike" cap="none">
              <a:solidFill>
                <a:srgbClr val="000000"/>
              </a:solidFill>
              <a:latin typeface="Arial"/>
              <a:ea typeface="Arial"/>
              <a:cs typeface="Arial"/>
              <a:sym typeface="Arial"/>
            </a:endParaRPr>
          </a:p>
          <a:p>
            <a:pPr marL="388630" marR="0" lvl="1" indent="-194315" algn="l" rtl="0">
              <a:lnSpc>
                <a:spcPct val="140000"/>
              </a:lnSpc>
              <a:spcBef>
                <a:spcPts val="0"/>
              </a:spcBef>
              <a:spcAft>
                <a:spcPts val="0"/>
              </a:spcAft>
              <a:buClr>
                <a:srgbClr val="FFFFFF"/>
              </a:buClr>
              <a:buSzPts val="1800"/>
              <a:buFont typeface="Arial"/>
              <a:buChar char="•"/>
            </a:pPr>
            <a:r>
              <a:rPr lang="en-US" sz="1800" b="0" i="0" u="none" strike="noStrike" cap="none">
                <a:solidFill>
                  <a:srgbClr val="FFFFFF"/>
                </a:solidFill>
                <a:latin typeface="Public Sans"/>
                <a:ea typeface="Public Sans"/>
                <a:cs typeface="Public Sans"/>
                <a:sym typeface="Public Sans"/>
              </a:rPr>
              <a:t>SERGIO LÓPEZ</a:t>
            </a:r>
            <a:endParaRPr sz="1400" b="0" i="0" u="none" strike="noStrike" cap="none">
              <a:solidFill>
                <a:srgbClr val="000000"/>
              </a:solidFill>
              <a:latin typeface="Arial"/>
              <a:ea typeface="Arial"/>
              <a:cs typeface="Arial"/>
              <a:sym typeface="Arial"/>
            </a:endParaRPr>
          </a:p>
          <a:p>
            <a:pPr marL="388630" marR="0" lvl="1" indent="-194315" algn="l" rtl="0">
              <a:lnSpc>
                <a:spcPct val="140000"/>
              </a:lnSpc>
              <a:spcBef>
                <a:spcPts val="0"/>
              </a:spcBef>
              <a:spcAft>
                <a:spcPts val="0"/>
              </a:spcAft>
              <a:buClr>
                <a:srgbClr val="FFFFFF"/>
              </a:buClr>
              <a:buSzPts val="1800"/>
              <a:buFont typeface="Arial"/>
              <a:buChar char="•"/>
            </a:pPr>
            <a:r>
              <a:rPr lang="en-US" sz="1800" b="0" i="0" u="none" strike="noStrike" cap="none">
                <a:solidFill>
                  <a:srgbClr val="FFFFFF"/>
                </a:solidFill>
                <a:latin typeface="Public Sans"/>
                <a:ea typeface="Public Sans"/>
                <a:cs typeface="Public Sans"/>
                <a:sym typeface="Public Sans"/>
              </a:rPr>
              <a:t>CLAUDIO ADONES</a:t>
            </a:r>
            <a:endParaRPr sz="1400" b="0" i="0" u="none" strike="noStrike" cap="none">
              <a:solidFill>
                <a:srgbClr val="000000"/>
              </a:solidFill>
              <a:latin typeface="Arial"/>
              <a:ea typeface="Arial"/>
              <a:cs typeface="Arial"/>
              <a:sym typeface="Arial"/>
            </a:endParaRPr>
          </a:p>
          <a:p>
            <a:pPr marL="388630" marR="0" lvl="1" indent="-194315" algn="l" rtl="0">
              <a:lnSpc>
                <a:spcPct val="140000"/>
              </a:lnSpc>
              <a:spcBef>
                <a:spcPts val="0"/>
              </a:spcBef>
              <a:spcAft>
                <a:spcPts val="0"/>
              </a:spcAft>
              <a:buClr>
                <a:srgbClr val="FFFFFF"/>
              </a:buClr>
              <a:buSzPts val="1800"/>
              <a:buFont typeface="Arial"/>
              <a:buChar char="•"/>
            </a:pPr>
            <a:r>
              <a:rPr lang="en-US" sz="1800" b="0" i="0" u="none" strike="noStrike" cap="none">
                <a:solidFill>
                  <a:srgbClr val="FFFFFF"/>
                </a:solidFill>
                <a:latin typeface="Public Sans"/>
                <a:ea typeface="Public Sans"/>
                <a:cs typeface="Public Sans"/>
                <a:sym typeface="Public Sans"/>
              </a:rPr>
              <a:t>HANS ASTORGA</a:t>
            </a:r>
            <a:endParaRPr sz="14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800"/>
              <a:buFont typeface="Arial"/>
              <a:buNone/>
            </a:pPr>
            <a:endParaRPr sz="1800" b="0" i="0" u="none" strike="noStrike" cap="none">
              <a:solidFill>
                <a:srgbClr val="FFFFFF"/>
              </a:solidFill>
              <a:latin typeface="Public Sans"/>
              <a:ea typeface="Public Sans"/>
              <a:cs typeface="Public Sans"/>
              <a:sym typeface="Public Sans"/>
            </a:endParaRPr>
          </a:p>
        </p:txBody>
      </p:sp>
      <p:sp>
        <p:nvSpPr>
          <p:cNvPr id="89" name="Google Shape;89;p1"/>
          <p:cNvSpPr txBox="1"/>
          <p:nvPr/>
        </p:nvSpPr>
        <p:spPr>
          <a:xfrm>
            <a:off x="1028700" y="4564913"/>
            <a:ext cx="10330349" cy="138589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3940"/>
              <a:buFont typeface="Arial"/>
              <a:buNone/>
            </a:pPr>
            <a:r>
              <a:rPr lang="en-US" sz="3940" b="0" i="0" u="none" strike="noStrike" cap="none">
                <a:solidFill>
                  <a:srgbClr val="FFFFFF"/>
                </a:solidFill>
                <a:latin typeface="Public Sans Thin"/>
                <a:ea typeface="Public Sans Thin"/>
                <a:cs typeface="Public Sans Thin"/>
                <a:sym typeface="Public Sans Thin"/>
              </a:rPr>
              <a:t>Asistente Autónomo Virtual para Transmisiones Web</a:t>
            </a:r>
            <a:endParaRPr sz="1400" b="0" i="0" u="none" strike="noStrike" cap="none">
              <a:solidFill>
                <a:srgbClr val="000000"/>
              </a:solidFill>
              <a:latin typeface="Arial"/>
              <a:ea typeface="Arial"/>
              <a:cs typeface="Arial"/>
              <a:sym typeface="Arial"/>
            </a:endParaRPr>
          </a:p>
        </p:txBody>
      </p:sp>
      <p:sp>
        <p:nvSpPr>
          <p:cNvPr id="90" name="Google Shape;90;p1"/>
          <p:cNvSpPr txBox="1"/>
          <p:nvPr/>
        </p:nvSpPr>
        <p:spPr>
          <a:xfrm>
            <a:off x="130215" y="2606151"/>
            <a:ext cx="11228834" cy="1669451"/>
          </a:xfrm>
          <a:prstGeom prst="rect">
            <a:avLst/>
          </a:prstGeom>
          <a:noFill/>
          <a:ln>
            <a:noFill/>
          </a:ln>
        </p:spPr>
        <p:txBody>
          <a:bodyPr spcFirstLastPara="1" wrap="square" lIns="0" tIns="0" rIns="0" bIns="0" anchor="t" anchorCtr="0">
            <a:spAutoFit/>
          </a:bodyPr>
          <a:lstStyle/>
          <a:p>
            <a:pPr marL="0" marR="0" lvl="0" indent="0" algn="l" rtl="0">
              <a:lnSpc>
                <a:spcPct val="140008"/>
              </a:lnSpc>
              <a:spcBef>
                <a:spcPts val="0"/>
              </a:spcBef>
              <a:spcAft>
                <a:spcPts val="0"/>
              </a:spcAft>
              <a:buClr>
                <a:srgbClr val="000000"/>
              </a:buClr>
              <a:buSzPts val="9648"/>
              <a:buFont typeface="Arial"/>
              <a:buNone/>
            </a:pPr>
            <a:r>
              <a:rPr lang="en-US" sz="9648" b="1" i="0" u="none" strike="noStrike" cap="none">
                <a:solidFill>
                  <a:srgbClr val="FFFFFF"/>
                </a:solidFill>
                <a:latin typeface="Public Sans"/>
                <a:ea typeface="Public Sans"/>
                <a:cs typeface="Public Sans"/>
                <a:sym typeface="Public Sans"/>
              </a:rPr>
              <a:t> Proyecto APT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p:nvPr/>
        </p:nvSpPr>
        <p:spPr>
          <a:xfrm flipH="1">
            <a:off x="15568840" y="1009650"/>
            <a:ext cx="4768218" cy="941723"/>
          </a:xfrm>
          <a:custGeom>
            <a:avLst/>
            <a:gdLst/>
            <a:ahLst/>
            <a:cxnLst/>
            <a:rect l="l" t="t" r="r" b="b"/>
            <a:pathLst>
              <a:path w="4768218" h="941723" extrusionOk="0">
                <a:moveTo>
                  <a:pt x="4768218" y="0"/>
                </a:moveTo>
                <a:lnTo>
                  <a:pt x="0" y="0"/>
                </a:lnTo>
                <a:lnTo>
                  <a:pt x="0" y="941723"/>
                </a:lnTo>
                <a:lnTo>
                  <a:pt x="4768218" y="941723"/>
                </a:lnTo>
                <a:lnTo>
                  <a:pt x="4768218" y="0"/>
                </a:lnTo>
                <a:close/>
              </a:path>
            </a:pathLst>
          </a:custGeom>
          <a:blipFill rotWithShape="1">
            <a:blip r:embed="rId3">
              <a:alphaModFix/>
            </a:blip>
            <a:stretch>
              <a:fillRect/>
            </a:stretch>
          </a:blipFill>
          <a:ln>
            <a:noFill/>
          </a:ln>
        </p:spPr>
      </p:sp>
      <p:sp>
        <p:nvSpPr>
          <p:cNvPr id="96" name="Google Shape;96;p2"/>
          <p:cNvSpPr/>
          <p:nvPr/>
        </p:nvSpPr>
        <p:spPr>
          <a:xfrm>
            <a:off x="0" y="-2324"/>
            <a:ext cx="8303135" cy="10289324"/>
          </a:xfrm>
          <a:custGeom>
            <a:avLst/>
            <a:gdLst/>
            <a:ahLst/>
            <a:cxnLst/>
            <a:rect l="l" t="t" r="r" b="b"/>
            <a:pathLst>
              <a:path w="8303135" h="10289324" extrusionOk="0">
                <a:moveTo>
                  <a:pt x="0" y="0"/>
                </a:moveTo>
                <a:lnTo>
                  <a:pt x="8303135" y="0"/>
                </a:lnTo>
                <a:lnTo>
                  <a:pt x="8303135" y="10289324"/>
                </a:lnTo>
                <a:lnTo>
                  <a:pt x="0" y="10289324"/>
                </a:lnTo>
                <a:lnTo>
                  <a:pt x="0" y="0"/>
                </a:lnTo>
                <a:close/>
              </a:path>
            </a:pathLst>
          </a:custGeom>
          <a:blipFill rotWithShape="1">
            <a:blip r:embed="rId4">
              <a:alphaModFix/>
            </a:blip>
            <a:stretch>
              <a:fillRect l="-14274" r="-71706"/>
            </a:stretch>
          </a:blipFill>
          <a:ln>
            <a:noFill/>
          </a:ln>
        </p:spPr>
      </p:sp>
      <p:grpSp>
        <p:nvGrpSpPr>
          <p:cNvPr id="97" name="Google Shape;97;p2"/>
          <p:cNvGrpSpPr/>
          <p:nvPr/>
        </p:nvGrpSpPr>
        <p:grpSpPr>
          <a:xfrm>
            <a:off x="1028700" y="5678421"/>
            <a:ext cx="6112880" cy="4289737"/>
            <a:chOff x="0" y="0"/>
            <a:chExt cx="8150506" cy="5719650"/>
          </a:xfrm>
        </p:grpSpPr>
        <p:sp>
          <p:nvSpPr>
            <p:cNvPr id="98" name="Google Shape;98;p2"/>
            <p:cNvSpPr/>
            <p:nvPr/>
          </p:nvSpPr>
          <p:spPr>
            <a:xfrm>
              <a:off x="0" y="0"/>
              <a:ext cx="8150506" cy="4773172"/>
            </a:xfrm>
            <a:custGeom>
              <a:avLst/>
              <a:gdLst/>
              <a:ahLst/>
              <a:cxnLst/>
              <a:rect l="l" t="t" r="r" b="b"/>
              <a:pathLst>
                <a:path w="1042686" h="610627" extrusionOk="0">
                  <a:moveTo>
                    <a:pt x="50660" y="0"/>
                  </a:moveTo>
                  <a:lnTo>
                    <a:pt x="992027" y="0"/>
                  </a:lnTo>
                  <a:cubicBezTo>
                    <a:pt x="1020005" y="0"/>
                    <a:pt x="1042686" y="22681"/>
                    <a:pt x="1042686" y="50660"/>
                  </a:cubicBezTo>
                  <a:lnTo>
                    <a:pt x="1042686" y="559968"/>
                  </a:lnTo>
                  <a:cubicBezTo>
                    <a:pt x="1042686" y="573403"/>
                    <a:pt x="1037349" y="586289"/>
                    <a:pt x="1027849" y="595789"/>
                  </a:cubicBezTo>
                  <a:cubicBezTo>
                    <a:pt x="1018348" y="605290"/>
                    <a:pt x="1005462" y="610627"/>
                    <a:pt x="992027" y="610627"/>
                  </a:cubicBezTo>
                  <a:lnTo>
                    <a:pt x="50660" y="610627"/>
                  </a:lnTo>
                  <a:cubicBezTo>
                    <a:pt x="37224" y="610627"/>
                    <a:pt x="24338" y="605290"/>
                    <a:pt x="14838" y="595789"/>
                  </a:cubicBezTo>
                  <a:cubicBezTo>
                    <a:pt x="5337" y="586289"/>
                    <a:pt x="0" y="573403"/>
                    <a:pt x="0" y="559968"/>
                  </a:cubicBezTo>
                  <a:lnTo>
                    <a:pt x="0" y="50660"/>
                  </a:lnTo>
                  <a:cubicBezTo>
                    <a:pt x="0" y="37224"/>
                    <a:pt x="5337" y="24338"/>
                    <a:pt x="14838" y="14838"/>
                  </a:cubicBezTo>
                  <a:cubicBezTo>
                    <a:pt x="24338" y="5337"/>
                    <a:pt x="37224" y="0"/>
                    <a:pt x="50660" y="0"/>
                  </a:cubicBezTo>
                  <a:close/>
                </a:path>
              </a:pathLst>
            </a:custGeom>
            <a:blipFill rotWithShape="1">
              <a:blip r:embed="rId5">
                <a:alphaModFix/>
              </a:blip>
              <a:stretch>
                <a:fillRect l="-2638" r="-2637"/>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2"/>
            <p:cNvSpPr/>
            <p:nvPr/>
          </p:nvSpPr>
          <p:spPr>
            <a:xfrm>
              <a:off x="0" y="4773172"/>
              <a:ext cx="8150506" cy="946478"/>
            </a:xfrm>
            <a:custGeom>
              <a:avLst/>
              <a:gdLst/>
              <a:ahLst/>
              <a:cxnLst/>
              <a:rect l="l" t="t" r="r" b="b"/>
              <a:pathLst>
                <a:path w="8150506" h="946478" extrusionOk="0">
                  <a:moveTo>
                    <a:pt x="0" y="0"/>
                  </a:moveTo>
                  <a:lnTo>
                    <a:pt x="8150506" y="0"/>
                  </a:lnTo>
                  <a:lnTo>
                    <a:pt x="8150506" y="946478"/>
                  </a:lnTo>
                  <a:lnTo>
                    <a:pt x="0" y="946478"/>
                  </a:lnTo>
                  <a:lnTo>
                    <a:pt x="0" y="0"/>
                  </a:lnTo>
                  <a:close/>
                </a:path>
              </a:pathLst>
            </a:custGeom>
            <a:blipFill rotWithShape="1">
              <a:blip r:embed="rId6">
                <a:alphaModFix amt="68000"/>
              </a:blip>
              <a:stretch>
                <a:fillRect l="-41072" r="-41073"/>
              </a:stretch>
            </a:blipFill>
            <a:ln>
              <a:noFill/>
            </a:ln>
          </p:spPr>
        </p:sp>
      </p:grpSp>
      <p:cxnSp>
        <p:nvCxnSpPr>
          <p:cNvPr id="100" name="Google Shape;100;p2"/>
          <p:cNvCxnSpPr/>
          <p:nvPr/>
        </p:nvCxnSpPr>
        <p:spPr>
          <a:xfrm>
            <a:off x="1038225" y="1565809"/>
            <a:ext cx="5017640" cy="0"/>
          </a:xfrm>
          <a:prstGeom prst="straightConnector1">
            <a:avLst/>
          </a:prstGeom>
          <a:noFill/>
          <a:ln w="28575" cap="flat" cmpd="sng">
            <a:solidFill>
              <a:srgbClr val="FFFFFF"/>
            </a:solidFill>
            <a:prstDash val="solid"/>
            <a:round/>
            <a:headEnd type="oval" w="lg" len="lg"/>
            <a:tailEnd type="oval" w="lg" len="lg"/>
          </a:ln>
        </p:spPr>
      </p:cxnSp>
      <p:sp>
        <p:nvSpPr>
          <p:cNvPr id="101" name="Google Shape;101;p2"/>
          <p:cNvSpPr txBox="1"/>
          <p:nvPr/>
        </p:nvSpPr>
        <p:spPr>
          <a:xfrm>
            <a:off x="8770410" y="2078258"/>
            <a:ext cx="9182539" cy="569998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500"/>
              <a:buFont typeface="Arial"/>
              <a:buNone/>
            </a:pPr>
            <a:r>
              <a:rPr lang="en-US" sz="2500" b="0" i="0" u="none" strike="noStrike" cap="none">
                <a:solidFill>
                  <a:srgbClr val="311581"/>
                </a:solidFill>
                <a:latin typeface="Public Sans"/>
                <a:ea typeface="Public Sans"/>
                <a:cs typeface="Public Sans"/>
                <a:sym typeface="Public Sans"/>
              </a:rPr>
              <a:t>En las transmisiones de Twitch, los streamers reciben una gran cantidad de mensajes en el chat. Sin embargo, no siempre es posible leerlos todos en tiempo real, lo que genera una pérdida de interacción con los espectadores. Esta dificultad afecta la dinámica del streaming y reduce la experiencia de quienes participan en la comunidad.</a:t>
            </a:r>
            <a:endParaRPr sz="14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2500"/>
              <a:buFont typeface="Arial"/>
              <a:buNone/>
            </a:pPr>
            <a:endParaRPr sz="2500" b="0" i="0" u="none" strike="noStrike" cap="none">
              <a:solidFill>
                <a:srgbClr val="311581"/>
              </a:solidFill>
              <a:latin typeface="Public Sans"/>
              <a:ea typeface="Public Sans"/>
              <a:cs typeface="Public Sans"/>
              <a:sym typeface="Public Sans"/>
            </a:endParaRPr>
          </a:p>
          <a:p>
            <a:pPr marL="0" marR="0" lvl="0" indent="0" algn="just" rtl="0">
              <a:lnSpc>
                <a:spcPct val="140000"/>
              </a:lnSpc>
              <a:spcBef>
                <a:spcPts val="0"/>
              </a:spcBef>
              <a:spcAft>
                <a:spcPts val="0"/>
              </a:spcAft>
              <a:buClr>
                <a:srgbClr val="000000"/>
              </a:buClr>
              <a:buSzPts val="2500"/>
              <a:buFont typeface="Arial"/>
              <a:buNone/>
            </a:pPr>
            <a:r>
              <a:rPr lang="en-US" sz="2500" b="0" i="0" u="none" strike="noStrike" cap="none">
                <a:solidFill>
                  <a:srgbClr val="311581"/>
                </a:solidFill>
                <a:latin typeface="Public Sans"/>
                <a:ea typeface="Public Sans"/>
                <a:cs typeface="Public Sans"/>
                <a:sym typeface="Public Sans"/>
              </a:rPr>
              <a:t>Puntos relevantes:</a:t>
            </a:r>
            <a:endParaRPr sz="1400" b="0" i="0" u="none" strike="noStrike" cap="none">
              <a:solidFill>
                <a:srgbClr val="000000"/>
              </a:solidFill>
              <a:latin typeface="Arial"/>
              <a:ea typeface="Arial"/>
              <a:cs typeface="Arial"/>
              <a:sym typeface="Arial"/>
            </a:endParaRPr>
          </a:p>
          <a:p>
            <a:pPr marL="539753" marR="0" lvl="1" indent="-269875" algn="l" rtl="0">
              <a:lnSpc>
                <a:spcPct val="140000"/>
              </a:lnSpc>
              <a:spcBef>
                <a:spcPts val="0"/>
              </a:spcBef>
              <a:spcAft>
                <a:spcPts val="0"/>
              </a:spcAft>
              <a:buClr>
                <a:srgbClr val="311581"/>
              </a:buClr>
              <a:buSzPts val="2500"/>
              <a:buFont typeface="Arial"/>
              <a:buChar char="•"/>
            </a:pPr>
            <a:r>
              <a:rPr lang="en-US" sz="2500" b="0" i="0" u="none" strike="noStrike" cap="none">
                <a:solidFill>
                  <a:srgbClr val="311581"/>
                </a:solidFill>
                <a:latin typeface="Public Sans"/>
                <a:ea typeface="Public Sans"/>
                <a:cs typeface="Public Sans"/>
                <a:sym typeface="Public Sans"/>
              </a:rPr>
              <a:t>Exceso de mensajes en el chat.</a:t>
            </a:r>
            <a:endParaRPr sz="1400" b="0" i="0" u="none" strike="noStrike" cap="none">
              <a:solidFill>
                <a:srgbClr val="000000"/>
              </a:solidFill>
              <a:latin typeface="Arial"/>
              <a:ea typeface="Arial"/>
              <a:cs typeface="Arial"/>
              <a:sym typeface="Arial"/>
            </a:endParaRPr>
          </a:p>
          <a:p>
            <a:pPr marL="539753" marR="0" lvl="1" indent="-269875" algn="l" rtl="0">
              <a:lnSpc>
                <a:spcPct val="140000"/>
              </a:lnSpc>
              <a:spcBef>
                <a:spcPts val="0"/>
              </a:spcBef>
              <a:spcAft>
                <a:spcPts val="0"/>
              </a:spcAft>
              <a:buClr>
                <a:srgbClr val="311581"/>
              </a:buClr>
              <a:buSzPts val="2500"/>
              <a:buFont typeface="Arial"/>
              <a:buChar char="•"/>
            </a:pPr>
            <a:r>
              <a:rPr lang="en-US" sz="2500" b="0" i="0" u="none" strike="noStrike" cap="none">
                <a:solidFill>
                  <a:srgbClr val="311581"/>
                </a:solidFill>
                <a:latin typeface="Public Sans"/>
                <a:ea typeface="Public Sans"/>
                <a:cs typeface="Public Sans"/>
                <a:sym typeface="Public Sans"/>
              </a:rPr>
              <a:t>Dificultad para leer en tiempo real.</a:t>
            </a:r>
            <a:endParaRPr sz="1400" b="0" i="0" u="none" strike="noStrike" cap="none">
              <a:solidFill>
                <a:srgbClr val="000000"/>
              </a:solidFill>
              <a:latin typeface="Arial"/>
              <a:ea typeface="Arial"/>
              <a:cs typeface="Arial"/>
              <a:sym typeface="Arial"/>
            </a:endParaRPr>
          </a:p>
          <a:p>
            <a:pPr marL="539753" marR="0" lvl="1" indent="-269875" algn="l" rtl="0">
              <a:lnSpc>
                <a:spcPct val="140000"/>
              </a:lnSpc>
              <a:spcBef>
                <a:spcPts val="0"/>
              </a:spcBef>
              <a:spcAft>
                <a:spcPts val="0"/>
              </a:spcAft>
              <a:buClr>
                <a:srgbClr val="311581"/>
              </a:buClr>
              <a:buSzPts val="2500"/>
              <a:buFont typeface="Arial"/>
              <a:buChar char="•"/>
            </a:pPr>
            <a:r>
              <a:rPr lang="en-US" sz="2500" b="0" i="0" u="none" strike="noStrike" cap="none">
                <a:solidFill>
                  <a:srgbClr val="311581"/>
                </a:solidFill>
                <a:latin typeface="Public Sans"/>
                <a:ea typeface="Public Sans"/>
                <a:cs typeface="Public Sans"/>
                <a:sym typeface="Public Sans"/>
              </a:rPr>
              <a:t>Pérdida de interacción con la audiencia.</a:t>
            </a:r>
            <a:endParaRPr sz="1400" b="0" i="0" u="none" strike="noStrike" cap="none">
              <a:solidFill>
                <a:srgbClr val="000000"/>
              </a:solidFill>
              <a:latin typeface="Arial"/>
              <a:ea typeface="Arial"/>
              <a:cs typeface="Arial"/>
              <a:sym typeface="Arial"/>
            </a:endParaRPr>
          </a:p>
          <a:p>
            <a:pPr marL="539753" marR="0" lvl="1" indent="-269875" algn="l" rtl="0">
              <a:lnSpc>
                <a:spcPct val="140000"/>
              </a:lnSpc>
              <a:spcBef>
                <a:spcPts val="0"/>
              </a:spcBef>
              <a:spcAft>
                <a:spcPts val="0"/>
              </a:spcAft>
              <a:buClr>
                <a:srgbClr val="311581"/>
              </a:buClr>
              <a:buSzPts val="2500"/>
              <a:buFont typeface="Arial"/>
              <a:buChar char="•"/>
            </a:pPr>
            <a:r>
              <a:rPr lang="en-US" sz="2500" b="0" i="0" u="none" strike="noStrike" cap="none">
                <a:solidFill>
                  <a:srgbClr val="311581"/>
                </a:solidFill>
                <a:latin typeface="Public Sans"/>
                <a:ea typeface="Public Sans"/>
                <a:cs typeface="Public Sans"/>
                <a:sym typeface="Public Sans"/>
              </a:rPr>
              <a:t>Menor calidad en la experiencia del espectador.</a:t>
            </a:r>
            <a:endParaRPr sz="1400" b="0" i="0" u="none" strike="noStrike" cap="none">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500"/>
              <a:buFont typeface="Arial"/>
              <a:buNone/>
            </a:pPr>
            <a:endParaRPr sz="2500" b="0" i="0" u="none" strike="noStrike" cap="none">
              <a:solidFill>
                <a:srgbClr val="311581"/>
              </a:solidFill>
              <a:latin typeface="Public Sans"/>
              <a:ea typeface="Public Sans"/>
              <a:cs typeface="Public Sans"/>
              <a:sym typeface="Public Sans"/>
            </a:endParaRPr>
          </a:p>
        </p:txBody>
      </p:sp>
      <p:sp>
        <p:nvSpPr>
          <p:cNvPr id="102" name="Google Shape;102;p2"/>
          <p:cNvSpPr txBox="1"/>
          <p:nvPr/>
        </p:nvSpPr>
        <p:spPr>
          <a:xfrm>
            <a:off x="1028700" y="2192558"/>
            <a:ext cx="7387590" cy="2113275"/>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399"/>
              <a:buFont typeface="Arial"/>
              <a:buNone/>
            </a:pPr>
            <a:r>
              <a:rPr lang="en-US" sz="7399" b="1" i="0" u="none" strike="noStrike" cap="none">
                <a:solidFill>
                  <a:srgbClr val="FFFFFF"/>
                </a:solidFill>
                <a:latin typeface="Public Sans"/>
                <a:ea typeface="Public Sans"/>
                <a:cs typeface="Public Sans"/>
                <a:sym typeface="Public Sans"/>
              </a:rPr>
              <a:t>Problemática - Contexto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p:nvPr/>
        </p:nvSpPr>
        <p:spPr>
          <a:xfrm flipH="1">
            <a:off x="15568840" y="1009650"/>
            <a:ext cx="4768218" cy="941723"/>
          </a:xfrm>
          <a:custGeom>
            <a:avLst/>
            <a:gdLst/>
            <a:ahLst/>
            <a:cxnLst/>
            <a:rect l="l" t="t" r="r" b="b"/>
            <a:pathLst>
              <a:path w="4768218" h="941723" extrusionOk="0">
                <a:moveTo>
                  <a:pt x="4768218" y="0"/>
                </a:moveTo>
                <a:lnTo>
                  <a:pt x="0" y="0"/>
                </a:lnTo>
                <a:lnTo>
                  <a:pt x="0" y="941723"/>
                </a:lnTo>
                <a:lnTo>
                  <a:pt x="4768218" y="941723"/>
                </a:lnTo>
                <a:lnTo>
                  <a:pt x="4768218" y="0"/>
                </a:lnTo>
                <a:close/>
              </a:path>
            </a:pathLst>
          </a:custGeom>
          <a:blipFill rotWithShape="1">
            <a:blip r:embed="rId3">
              <a:alphaModFix/>
            </a:blip>
            <a:stretch>
              <a:fillRect/>
            </a:stretch>
          </a:blipFill>
          <a:ln>
            <a:noFill/>
          </a:ln>
        </p:spPr>
      </p:sp>
      <p:sp>
        <p:nvSpPr>
          <p:cNvPr id="108" name="Google Shape;108;p3"/>
          <p:cNvSpPr/>
          <p:nvPr/>
        </p:nvSpPr>
        <p:spPr>
          <a:xfrm>
            <a:off x="0" y="0"/>
            <a:ext cx="8303135" cy="10289324"/>
          </a:xfrm>
          <a:custGeom>
            <a:avLst/>
            <a:gdLst/>
            <a:ahLst/>
            <a:cxnLst/>
            <a:rect l="l" t="t" r="r" b="b"/>
            <a:pathLst>
              <a:path w="8303135" h="10289324" extrusionOk="0">
                <a:moveTo>
                  <a:pt x="0" y="0"/>
                </a:moveTo>
                <a:lnTo>
                  <a:pt x="8303135" y="0"/>
                </a:lnTo>
                <a:lnTo>
                  <a:pt x="8303135" y="10289324"/>
                </a:lnTo>
                <a:lnTo>
                  <a:pt x="0" y="10289324"/>
                </a:lnTo>
                <a:lnTo>
                  <a:pt x="0" y="0"/>
                </a:lnTo>
                <a:close/>
              </a:path>
            </a:pathLst>
          </a:custGeom>
          <a:blipFill rotWithShape="1">
            <a:blip r:embed="rId4">
              <a:alphaModFix/>
            </a:blip>
            <a:stretch>
              <a:fillRect l="-14274" r="-71706"/>
            </a:stretch>
          </a:blipFill>
          <a:ln>
            <a:noFill/>
          </a:ln>
        </p:spPr>
      </p:sp>
      <p:grpSp>
        <p:nvGrpSpPr>
          <p:cNvPr id="109" name="Google Shape;109;p3"/>
          <p:cNvGrpSpPr/>
          <p:nvPr/>
        </p:nvGrpSpPr>
        <p:grpSpPr>
          <a:xfrm>
            <a:off x="1028700" y="5678421"/>
            <a:ext cx="6112880" cy="4289737"/>
            <a:chOff x="0" y="0"/>
            <a:chExt cx="8150506" cy="5719650"/>
          </a:xfrm>
        </p:grpSpPr>
        <p:sp>
          <p:nvSpPr>
            <p:cNvPr id="110" name="Google Shape;110;p3"/>
            <p:cNvSpPr/>
            <p:nvPr/>
          </p:nvSpPr>
          <p:spPr>
            <a:xfrm>
              <a:off x="0" y="0"/>
              <a:ext cx="8150506" cy="4773172"/>
            </a:xfrm>
            <a:custGeom>
              <a:avLst/>
              <a:gdLst/>
              <a:ahLst/>
              <a:cxnLst/>
              <a:rect l="l" t="t" r="r" b="b"/>
              <a:pathLst>
                <a:path w="1042686" h="610627" extrusionOk="0">
                  <a:moveTo>
                    <a:pt x="50660" y="0"/>
                  </a:moveTo>
                  <a:lnTo>
                    <a:pt x="992027" y="0"/>
                  </a:lnTo>
                  <a:cubicBezTo>
                    <a:pt x="1020005" y="0"/>
                    <a:pt x="1042686" y="22681"/>
                    <a:pt x="1042686" y="50660"/>
                  </a:cubicBezTo>
                  <a:lnTo>
                    <a:pt x="1042686" y="559968"/>
                  </a:lnTo>
                  <a:cubicBezTo>
                    <a:pt x="1042686" y="573403"/>
                    <a:pt x="1037349" y="586289"/>
                    <a:pt x="1027849" y="595789"/>
                  </a:cubicBezTo>
                  <a:cubicBezTo>
                    <a:pt x="1018348" y="605290"/>
                    <a:pt x="1005462" y="610627"/>
                    <a:pt x="992027" y="610627"/>
                  </a:cubicBezTo>
                  <a:lnTo>
                    <a:pt x="50660" y="610627"/>
                  </a:lnTo>
                  <a:cubicBezTo>
                    <a:pt x="37224" y="610627"/>
                    <a:pt x="24338" y="605290"/>
                    <a:pt x="14838" y="595789"/>
                  </a:cubicBezTo>
                  <a:cubicBezTo>
                    <a:pt x="5337" y="586289"/>
                    <a:pt x="0" y="573403"/>
                    <a:pt x="0" y="559968"/>
                  </a:cubicBezTo>
                  <a:lnTo>
                    <a:pt x="0" y="50660"/>
                  </a:lnTo>
                  <a:cubicBezTo>
                    <a:pt x="0" y="37224"/>
                    <a:pt x="5337" y="24338"/>
                    <a:pt x="14838" y="14838"/>
                  </a:cubicBezTo>
                  <a:cubicBezTo>
                    <a:pt x="24338" y="5337"/>
                    <a:pt x="37224" y="0"/>
                    <a:pt x="50660" y="0"/>
                  </a:cubicBezTo>
                  <a:close/>
                </a:path>
              </a:pathLst>
            </a:custGeom>
            <a:blipFill rotWithShape="1">
              <a:blip r:embed="rId5">
                <a:alphaModFix/>
              </a:blip>
              <a:stretch>
                <a:fillRect l="-2717" r="-2717"/>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3"/>
            <p:cNvSpPr/>
            <p:nvPr/>
          </p:nvSpPr>
          <p:spPr>
            <a:xfrm>
              <a:off x="0" y="4773172"/>
              <a:ext cx="8150506" cy="946478"/>
            </a:xfrm>
            <a:custGeom>
              <a:avLst/>
              <a:gdLst/>
              <a:ahLst/>
              <a:cxnLst/>
              <a:rect l="l" t="t" r="r" b="b"/>
              <a:pathLst>
                <a:path w="8150506" h="946478" extrusionOk="0">
                  <a:moveTo>
                    <a:pt x="0" y="0"/>
                  </a:moveTo>
                  <a:lnTo>
                    <a:pt x="8150506" y="0"/>
                  </a:lnTo>
                  <a:lnTo>
                    <a:pt x="8150506" y="946478"/>
                  </a:lnTo>
                  <a:lnTo>
                    <a:pt x="0" y="946478"/>
                  </a:lnTo>
                  <a:lnTo>
                    <a:pt x="0" y="0"/>
                  </a:lnTo>
                  <a:close/>
                </a:path>
              </a:pathLst>
            </a:custGeom>
            <a:blipFill rotWithShape="1">
              <a:blip r:embed="rId6">
                <a:alphaModFix amt="68000"/>
              </a:blip>
              <a:stretch>
                <a:fillRect l="-41072" r="-41073"/>
              </a:stretch>
            </a:blipFill>
            <a:ln>
              <a:noFill/>
            </a:ln>
          </p:spPr>
        </p:sp>
      </p:grpSp>
      <p:cxnSp>
        <p:nvCxnSpPr>
          <p:cNvPr id="112" name="Google Shape;112;p3"/>
          <p:cNvCxnSpPr/>
          <p:nvPr/>
        </p:nvCxnSpPr>
        <p:spPr>
          <a:xfrm>
            <a:off x="1038225" y="1565809"/>
            <a:ext cx="5017640" cy="0"/>
          </a:xfrm>
          <a:prstGeom prst="straightConnector1">
            <a:avLst/>
          </a:prstGeom>
          <a:noFill/>
          <a:ln w="28575" cap="flat" cmpd="sng">
            <a:solidFill>
              <a:srgbClr val="FFFFFF"/>
            </a:solidFill>
            <a:prstDash val="solid"/>
            <a:round/>
            <a:headEnd type="oval" w="lg" len="lg"/>
            <a:tailEnd type="oval" w="lg" len="lg"/>
          </a:ln>
        </p:spPr>
      </p:cxnSp>
      <p:sp>
        <p:nvSpPr>
          <p:cNvPr id="113" name="Google Shape;113;p3"/>
          <p:cNvSpPr txBox="1"/>
          <p:nvPr/>
        </p:nvSpPr>
        <p:spPr>
          <a:xfrm>
            <a:off x="8523001" y="2261332"/>
            <a:ext cx="9534000" cy="68496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500"/>
              <a:buFont typeface="Arial"/>
              <a:buNone/>
            </a:pPr>
            <a:r>
              <a:rPr lang="en-US" sz="2500" b="0" i="0" u="none" strike="noStrike" cap="none">
                <a:solidFill>
                  <a:srgbClr val="311581"/>
                </a:solidFill>
                <a:latin typeface="Public Sans"/>
                <a:ea typeface="Public Sans"/>
                <a:cs typeface="Public Sans"/>
                <a:sym typeface="Public Sans"/>
              </a:rPr>
              <a:t>Ante esta situación, surge la necesidad de contar con una herramienta que convierte los mensajes del chat en voz. De esta forma, los streamers pueden escuchar en lugar de leer, manteniendo la conexión con su audiencia, reaccionando a donaciones y comentarios importantes, y generando un espacio más accesible e inclusivo para todos.</a:t>
            </a:r>
            <a:endParaRPr sz="14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2500"/>
              <a:buFont typeface="Arial"/>
              <a:buNone/>
            </a:pPr>
            <a:endParaRPr sz="2500" b="0" i="0" u="none" strike="noStrike" cap="none">
              <a:solidFill>
                <a:srgbClr val="311581"/>
              </a:solidFill>
              <a:latin typeface="Public Sans"/>
              <a:ea typeface="Public Sans"/>
              <a:cs typeface="Public Sans"/>
              <a:sym typeface="Public Sans"/>
            </a:endParaRPr>
          </a:p>
          <a:p>
            <a:pPr marL="0" marR="0" lvl="0" indent="0" algn="just" rtl="0">
              <a:lnSpc>
                <a:spcPct val="140000"/>
              </a:lnSpc>
              <a:spcBef>
                <a:spcPts val="0"/>
              </a:spcBef>
              <a:spcAft>
                <a:spcPts val="0"/>
              </a:spcAft>
              <a:buClr>
                <a:srgbClr val="000000"/>
              </a:buClr>
              <a:buSzPts val="2500"/>
              <a:buFont typeface="Arial"/>
              <a:buNone/>
            </a:pPr>
            <a:r>
              <a:rPr lang="en-US" sz="2500" b="0" i="0" u="none" strike="noStrike" cap="none">
                <a:solidFill>
                  <a:srgbClr val="311581"/>
                </a:solidFill>
                <a:latin typeface="Public Sans"/>
                <a:ea typeface="Public Sans"/>
                <a:cs typeface="Public Sans"/>
                <a:sym typeface="Public Sans"/>
              </a:rPr>
              <a:t>Puntos relevantes:</a:t>
            </a:r>
            <a:endParaRPr sz="1400" b="0" i="0" u="none" strike="noStrike" cap="none">
              <a:solidFill>
                <a:srgbClr val="000000"/>
              </a:solidFill>
              <a:latin typeface="Arial"/>
              <a:ea typeface="Arial"/>
              <a:cs typeface="Arial"/>
              <a:sym typeface="Arial"/>
            </a:endParaRPr>
          </a:p>
          <a:p>
            <a:pPr marL="539753" marR="0" lvl="1" indent="-269875" algn="just" rtl="0">
              <a:lnSpc>
                <a:spcPct val="140000"/>
              </a:lnSpc>
              <a:spcBef>
                <a:spcPts val="0"/>
              </a:spcBef>
              <a:spcAft>
                <a:spcPts val="0"/>
              </a:spcAft>
              <a:buClr>
                <a:srgbClr val="311581"/>
              </a:buClr>
              <a:buSzPts val="2500"/>
              <a:buFont typeface="Arial"/>
              <a:buChar char="•"/>
            </a:pPr>
            <a:r>
              <a:rPr lang="en-US" sz="2500" b="0" i="0" u="none" strike="noStrike" cap="none">
                <a:solidFill>
                  <a:srgbClr val="311581"/>
                </a:solidFill>
                <a:latin typeface="Public Sans"/>
                <a:ea typeface="Public Sans"/>
                <a:cs typeface="Public Sans"/>
                <a:sym typeface="Public Sans"/>
              </a:rPr>
              <a:t>Asistente que convierte texto en voz.</a:t>
            </a:r>
            <a:endParaRPr sz="1400" b="0" i="0" u="none" strike="noStrike" cap="none">
              <a:solidFill>
                <a:srgbClr val="000000"/>
              </a:solidFill>
              <a:latin typeface="Arial"/>
              <a:ea typeface="Arial"/>
              <a:cs typeface="Arial"/>
              <a:sym typeface="Arial"/>
            </a:endParaRPr>
          </a:p>
          <a:p>
            <a:pPr marL="539753" marR="0" lvl="1" indent="-269875" algn="just" rtl="0">
              <a:lnSpc>
                <a:spcPct val="140000"/>
              </a:lnSpc>
              <a:spcBef>
                <a:spcPts val="0"/>
              </a:spcBef>
              <a:spcAft>
                <a:spcPts val="0"/>
              </a:spcAft>
              <a:buClr>
                <a:srgbClr val="311581"/>
              </a:buClr>
              <a:buSzPts val="2500"/>
              <a:buFont typeface="Arial"/>
              <a:buChar char="•"/>
            </a:pPr>
            <a:r>
              <a:rPr lang="en-US" sz="2500" b="0" i="0" u="none" strike="noStrike" cap="none">
                <a:solidFill>
                  <a:srgbClr val="311581"/>
                </a:solidFill>
                <a:latin typeface="Public Sans"/>
                <a:ea typeface="Public Sans"/>
                <a:cs typeface="Public Sans"/>
                <a:sym typeface="Public Sans"/>
              </a:rPr>
              <a:t>Permite atender mensajes sin leer la pantalla.</a:t>
            </a:r>
            <a:endParaRPr sz="1400" b="0" i="0" u="none" strike="noStrike" cap="none">
              <a:solidFill>
                <a:srgbClr val="000000"/>
              </a:solidFill>
              <a:latin typeface="Arial"/>
              <a:ea typeface="Arial"/>
              <a:cs typeface="Arial"/>
              <a:sym typeface="Arial"/>
            </a:endParaRPr>
          </a:p>
          <a:p>
            <a:pPr marL="539753" marR="0" lvl="1" indent="-269875" algn="just" rtl="0">
              <a:lnSpc>
                <a:spcPct val="140000"/>
              </a:lnSpc>
              <a:spcBef>
                <a:spcPts val="0"/>
              </a:spcBef>
              <a:spcAft>
                <a:spcPts val="0"/>
              </a:spcAft>
              <a:buClr>
                <a:srgbClr val="311581"/>
              </a:buClr>
              <a:buSzPts val="2500"/>
              <a:buFont typeface="Arial"/>
              <a:buChar char="•"/>
            </a:pPr>
            <a:r>
              <a:rPr lang="en-US" sz="2500" b="0" i="0" u="none" strike="noStrike" cap="none">
                <a:solidFill>
                  <a:srgbClr val="311581"/>
                </a:solidFill>
                <a:latin typeface="Public Sans"/>
                <a:ea typeface="Public Sans"/>
                <a:cs typeface="Public Sans"/>
                <a:sym typeface="Public Sans"/>
              </a:rPr>
              <a:t>Favorece reacciones inmediatas a donaciones y comentarios.</a:t>
            </a:r>
            <a:endParaRPr sz="1400" b="0" i="0" u="none" strike="noStrike" cap="none">
              <a:solidFill>
                <a:srgbClr val="000000"/>
              </a:solidFill>
              <a:latin typeface="Arial"/>
              <a:ea typeface="Arial"/>
              <a:cs typeface="Arial"/>
              <a:sym typeface="Arial"/>
            </a:endParaRPr>
          </a:p>
          <a:p>
            <a:pPr marL="539753" marR="0" lvl="1" indent="-269875" algn="just" rtl="0">
              <a:lnSpc>
                <a:spcPct val="140000"/>
              </a:lnSpc>
              <a:spcBef>
                <a:spcPts val="0"/>
              </a:spcBef>
              <a:spcAft>
                <a:spcPts val="0"/>
              </a:spcAft>
              <a:buClr>
                <a:srgbClr val="311581"/>
              </a:buClr>
              <a:buSzPts val="2500"/>
              <a:buFont typeface="Arial"/>
              <a:buChar char="•"/>
            </a:pPr>
            <a:r>
              <a:rPr lang="en-US" sz="2500" b="0" i="0" u="none" strike="noStrike" cap="none">
                <a:solidFill>
                  <a:srgbClr val="311581"/>
                </a:solidFill>
                <a:latin typeface="Public Sans"/>
                <a:ea typeface="Public Sans"/>
                <a:cs typeface="Public Sans"/>
                <a:sym typeface="Public Sans"/>
              </a:rPr>
              <a:t>Mejora la accesibilidad e inclusión en el streaming.</a:t>
            </a:r>
            <a:endParaRPr sz="14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2500"/>
              <a:buFont typeface="Arial"/>
              <a:buNone/>
            </a:pPr>
            <a:endParaRPr sz="2500" b="0" i="0" u="none" strike="noStrike" cap="none">
              <a:solidFill>
                <a:srgbClr val="311581"/>
              </a:solidFill>
              <a:latin typeface="Public Sans"/>
              <a:ea typeface="Public Sans"/>
              <a:cs typeface="Public Sans"/>
              <a:sym typeface="Public Sans"/>
            </a:endParaRPr>
          </a:p>
        </p:txBody>
      </p:sp>
      <p:sp>
        <p:nvSpPr>
          <p:cNvPr id="114" name="Google Shape;114;p3"/>
          <p:cNvSpPr txBox="1"/>
          <p:nvPr/>
        </p:nvSpPr>
        <p:spPr>
          <a:xfrm>
            <a:off x="705181" y="2101407"/>
            <a:ext cx="7387590" cy="2113275"/>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399"/>
              <a:buFont typeface="Arial"/>
              <a:buNone/>
            </a:pPr>
            <a:r>
              <a:rPr lang="en-US" sz="7399" b="1" i="0" u="none" strike="noStrike" cap="none">
                <a:solidFill>
                  <a:srgbClr val="FFFFFF"/>
                </a:solidFill>
                <a:latin typeface="Public Sans"/>
                <a:ea typeface="Public Sans"/>
                <a:cs typeface="Public Sans"/>
                <a:sym typeface="Public Sans"/>
              </a:rPr>
              <a:t>Problemática -Necesidad</a:t>
            </a:r>
            <a:endParaRPr sz="1400" b="0" i="0" u="none" strike="noStrike" cap="none">
              <a:solidFill>
                <a:srgbClr val="000000"/>
              </a:solidFill>
              <a:latin typeface="Arial"/>
              <a:ea typeface="Arial"/>
              <a:cs typeface="Arial"/>
              <a:sym typeface="Arial"/>
            </a:endParaRP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p:nvPr/>
        </p:nvSpPr>
        <p:spPr>
          <a:xfrm>
            <a:off x="0" y="0"/>
            <a:ext cx="6062565" cy="10287000"/>
          </a:xfrm>
          <a:custGeom>
            <a:avLst/>
            <a:gdLst/>
            <a:ahLst/>
            <a:cxnLst/>
            <a:rect l="l" t="t" r="r" b="b"/>
            <a:pathLst>
              <a:path w="6062565" h="10287000" extrusionOk="0">
                <a:moveTo>
                  <a:pt x="0" y="0"/>
                </a:moveTo>
                <a:lnTo>
                  <a:pt x="6062565" y="0"/>
                </a:lnTo>
                <a:lnTo>
                  <a:pt x="6062565" y="10287000"/>
                </a:lnTo>
                <a:lnTo>
                  <a:pt x="0" y="10287000"/>
                </a:lnTo>
                <a:lnTo>
                  <a:pt x="0" y="0"/>
                </a:lnTo>
                <a:close/>
              </a:path>
            </a:pathLst>
          </a:custGeom>
          <a:blipFill rotWithShape="1">
            <a:blip r:embed="rId3">
              <a:alphaModFix/>
            </a:blip>
            <a:stretch>
              <a:fillRect l="-25461" r="-129205"/>
            </a:stretch>
          </a:blipFill>
          <a:ln>
            <a:noFill/>
          </a:ln>
        </p:spPr>
      </p:sp>
      <p:sp>
        <p:nvSpPr>
          <p:cNvPr id="120" name="Google Shape;120;p4"/>
          <p:cNvSpPr/>
          <p:nvPr/>
        </p:nvSpPr>
        <p:spPr>
          <a:xfrm rot="2700000">
            <a:off x="-1003068" y="5792767"/>
            <a:ext cx="9571075" cy="8163329"/>
          </a:xfrm>
          <a:custGeom>
            <a:avLst/>
            <a:gdLst/>
            <a:ahLst/>
            <a:cxnLst/>
            <a:rect l="l" t="t" r="r" b="b"/>
            <a:pathLst>
              <a:path w="9571075" h="8163329" extrusionOk="0">
                <a:moveTo>
                  <a:pt x="0" y="0"/>
                </a:moveTo>
                <a:lnTo>
                  <a:pt x="9571075" y="0"/>
                </a:lnTo>
                <a:lnTo>
                  <a:pt x="9571075" y="8163329"/>
                </a:lnTo>
                <a:lnTo>
                  <a:pt x="0" y="8163329"/>
                </a:lnTo>
                <a:lnTo>
                  <a:pt x="0" y="0"/>
                </a:lnTo>
                <a:close/>
              </a:path>
            </a:pathLst>
          </a:custGeom>
          <a:blipFill rotWithShape="1">
            <a:blip r:embed="rId4">
              <a:alphaModFix amt="70000"/>
            </a:blip>
            <a:stretch>
              <a:fillRect/>
            </a:stretch>
          </a:blipFill>
          <a:ln>
            <a:noFill/>
          </a:ln>
        </p:spPr>
      </p:sp>
      <p:cxnSp>
        <p:nvCxnSpPr>
          <p:cNvPr id="121" name="Google Shape;121;p4"/>
          <p:cNvCxnSpPr/>
          <p:nvPr/>
        </p:nvCxnSpPr>
        <p:spPr>
          <a:xfrm>
            <a:off x="7613238" y="1556284"/>
            <a:ext cx="5017640" cy="0"/>
          </a:xfrm>
          <a:prstGeom prst="straightConnector1">
            <a:avLst/>
          </a:prstGeom>
          <a:noFill/>
          <a:ln w="28575" cap="flat" cmpd="sng">
            <a:solidFill>
              <a:srgbClr val="311581"/>
            </a:solidFill>
            <a:prstDash val="solid"/>
            <a:round/>
            <a:headEnd type="oval" w="lg" len="lg"/>
            <a:tailEnd type="oval" w="lg" len="lg"/>
          </a:ln>
        </p:spPr>
      </p:cxnSp>
      <p:grpSp>
        <p:nvGrpSpPr>
          <p:cNvPr id="122" name="Google Shape;122;p4"/>
          <p:cNvGrpSpPr/>
          <p:nvPr/>
        </p:nvGrpSpPr>
        <p:grpSpPr>
          <a:xfrm>
            <a:off x="1028700" y="1638863"/>
            <a:ext cx="6016509" cy="7600387"/>
            <a:chOff x="0" y="-22820"/>
            <a:chExt cx="8022012" cy="10133849"/>
          </a:xfrm>
        </p:grpSpPr>
        <p:sp>
          <p:nvSpPr>
            <p:cNvPr id="123" name="Google Shape;123;p4"/>
            <p:cNvSpPr/>
            <p:nvPr/>
          </p:nvSpPr>
          <p:spPr>
            <a:xfrm>
              <a:off x="0" y="0"/>
              <a:ext cx="8022012" cy="10111029"/>
            </a:xfrm>
            <a:custGeom>
              <a:avLst/>
              <a:gdLst/>
              <a:ahLst/>
              <a:cxnLst/>
              <a:rect l="l" t="t" r="r" b="b"/>
              <a:pathLst>
                <a:path w="8022012" h="10111029" extrusionOk="0">
                  <a:moveTo>
                    <a:pt x="0" y="0"/>
                  </a:moveTo>
                  <a:lnTo>
                    <a:pt x="8022012" y="0"/>
                  </a:lnTo>
                  <a:lnTo>
                    <a:pt x="8022012" y="10111029"/>
                  </a:lnTo>
                  <a:lnTo>
                    <a:pt x="0" y="10111029"/>
                  </a:lnTo>
                  <a:lnTo>
                    <a:pt x="0" y="0"/>
                  </a:lnTo>
                  <a:close/>
                </a:path>
              </a:pathLst>
            </a:custGeom>
            <a:blipFill rotWithShape="1">
              <a:blip r:embed="rId5">
                <a:alphaModFix amt="70000"/>
              </a:blip>
              <a:stretch>
                <a:fillRect l="-82992"/>
              </a:stretch>
            </a:blipFill>
            <a:ln>
              <a:noFill/>
            </a:ln>
          </p:spPr>
        </p:sp>
        <p:grpSp>
          <p:nvGrpSpPr>
            <p:cNvPr id="124" name="Google Shape;124;p4"/>
            <p:cNvGrpSpPr/>
            <p:nvPr/>
          </p:nvGrpSpPr>
          <p:grpSpPr>
            <a:xfrm>
              <a:off x="0" y="-22820"/>
              <a:ext cx="7285824" cy="9297478"/>
              <a:chOff x="0" y="-9525"/>
              <a:chExt cx="1439175" cy="1836539"/>
            </a:xfrm>
          </p:grpSpPr>
          <p:sp>
            <p:nvSpPr>
              <p:cNvPr id="125" name="Google Shape;125;p4"/>
              <p:cNvSpPr/>
              <p:nvPr/>
            </p:nvSpPr>
            <p:spPr>
              <a:xfrm>
                <a:off x="0" y="0"/>
                <a:ext cx="1439175" cy="1827014"/>
              </a:xfrm>
              <a:custGeom>
                <a:avLst/>
                <a:gdLst/>
                <a:ahLst/>
                <a:cxnLst/>
                <a:rect l="l" t="t" r="r" b="b"/>
                <a:pathLst>
                  <a:path w="1439175" h="1827014" extrusionOk="0">
                    <a:moveTo>
                      <a:pt x="56672" y="0"/>
                    </a:moveTo>
                    <a:lnTo>
                      <a:pt x="1382503" y="0"/>
                    </a:lnTo>
                    <a:cubicBezTo>
                      <a:pt x="1397533" y="0"/>
                      <a:pt x="1411948" y="5971"/>
                      <a:pt x="1422576" y="16599"/>
                    </a:cubicBezTo>
                    <a:cubicBezTo>
                      <a:pt x="1433204" y="27227"/>
                      <a:pt x="1439175" y="41642"/>
                      <a:pt x="1439175" y="56672"/>
                    </a:cubicBezTo>
                    <a:lnTo>
                      <a:pt x="1439175" y="1770342"/>
                    </a:lnTo>
                    <a:cubicBezTo>
                      <a:pt x="1439175" y="1801641"/>
                      <a:pt x="1413802" y="1827014"/>
                      <a:pt x="1382503" y="1827014"/>
                    </a:cubicBezTo>
                    <a:lnTo>
                      <a:pt x="56672" y="1827014"/>
                    </a:lnTo>
                    <a:cubicBezTo>
                      <a:pt x="25373" y="1827014"/>
                      <a:pt x="0" y="1801641"/>
                      <a:pt x="0" y="1770342"/>
                    </a:cubicBezTo>
                    <a:lnTo>
                      <a:pt x="0" y="56672"/>
                    </a:lnTo>
                    <a:cubicBezTo>
                      <a:pt x="0" y="25373"/>
                      <a:pt x="25373" y="0"/>
                      <a:pt x="5667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4"/>
              <p:cNvSpPr txBox="1"/>
              <p:nvPr/>
            </p:nvSpPr>
            <p:spPr>
              <a:xfrm>
                <a:off x="0" y="-9525"/>
                <a:ext cx="1439175" cy="1836539"/>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127" name="Google Shape;127;p4"/>
          <p:cNvGrpSpPr/>
          <p:nvPr/>
        </p:nvGrpSpPr>
        <p:grpSpPr>
          <a:xfrm>
            <a:off x="1459203" y="1998480"/>
            <a:ext cx="4603363" cy="6290040"/>
            <a:chOff x="0" y="0"/>
            <a:chExt cx="6137817" cy="8386720"/>
          </a:xfrm>
        </p:grpSpPr>
        <p:sp>
          <p:nvSpPr>
            <p:cNvPr id="128" name="Google Shape;128;p4"/>
            <p:cNvSpPr/>
            <p:nvPr/>
          </p:nvSpPr>
          <p:spPr>
            <a:xfrm>
              <a:off x="0" y="0"/>
              <a:ext cx="6137817" cy="3891059"/>
            </a:xfrm>
            <a:custGeom>
              <a:avLst/>
              <a:gdLst/>
              <a:ahLst/>
              <a:cxnLst/>
              <a:rect l="l" t="t" r="r" b="b"/>
              <a:pathLst>
                <a:path w="785205" h="497779" extrusionOk="0">
                  <a:moveTo>
                    <a:pt x="50454" y="0"/>
                  </a:moveTo>
                  <a:lnTo>
                    <a:pt x="734751" y="0"/>
                  </a:lnTo>
                  <a:cubicBezTo>
                    <a:pt x="748132" y="0"/>
                    <a:pt x="760965" y="5316"/>
                    <a:pt x="770427" y="14778"/>
                  </a:cubicBezTo>
                  <a:cubicBezTo>
                    <a:pt x="779889" y="24240"/>
                    <a:pt x="785205" y="37073"/>
                    <a:pt x="785205" y="50454"/>
                  </a:cubicBezTo>
                  <a:lnTo>
                    <a:pt x="785205" y="447326"/>
                  </a:lnTo>
                  <a:cubicBezTo>
                    <a:pt x="785205" y="460707"/>
                    <a:pt x="779889" y="473540"/>
                    <a:pt x="770427" y="483002"/>
                  </a:cubicBezTo>
                  <a:cubicBezTo>
                    <a:pt x="760965" y="492464"/>
                    <a:pt x="748132" y="497779"/>
                    <a:pt x="734751" y="497779"/>
                  </a:cubicBezTo>
                  <a:lnTo>
                    <a:pt x="50454" y="497779"/>
                  </a:lnTo>
                  <a:cubicBezTo>
                    <a:pt x="37073" y="497779"/>
                    <a:pt x="24240" y="492464"/>
                    <a:pt x="14778" y="483002"/>
                  </a:cubicBezTo>
                  <a:cubicBezTo>
                    <a:pt x="5316" y="473540"/>
                    <a:pt x="0" y="460707"/>
                    <a:pt x="0" y="447326"/>
                  </a:cubicBezTo>
                  <a:lnTo>
                    <a:pt x="0" y="50454"/>
                  </a:lnTo>
                  <a:cubicBezTo>
                    <a:pt x="0" y="37073"/>
                    <a:pt x="5316" y="24240"/>
                    <a:pt x="14778" y="14778"/>
                  </a:cubicBezTo>
                  <a:cubicBezTo>
                    <a:pt x="24240" y="5316"/>
                    <a:pt x="37073" y="0"/>
                    <a:pt x="50454" y="0"/>
                  </a:cubicBezTo>
                  <a:close/>
                </a:path>
              </a:pathLst>
            </a:custGeom>
            <a:blipFill rotWithShape="1">
              <a:blip r:embed="rId6">
                <a:alphaModFix/>
              </a:blip>
              <a:stretch>
                <a:fillRect t="-9149" b="-9150"/>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4"/>
            <p:cNvSpPr/>
            <p:nvPr/>
          </p:nvSpPr>
          <p:spPr>
            <a:xfrm>
              <a:off x="0" y="4477537"/>
              <a:ext cx="6137817" cy="3909183"/>
            </a:xfrm>
            <a:custGeom>
              <a:avLst/>
              <a:gdLst/>
              <a:ahLst/>
              <a:cxnLst/>
              <a:rect l="l" t="t" r="r" b="b"/>
              <a:pathLst>
                <a:path w="785205" h="500098" extrusionOk="0">
                  <a:moveTo>
                    <a:pt x="50454" y="0"/>
                  </a:moveTo>
                  <a:lnTo>
                    <a:pt x="734751" y="0"/>
                  </a:lnTo>
                  <a:cubicBezTo>
                    <a:pt x="748132" y="0"/>
                    <a:pt x="760965" y="5316"/>
                    <a:pt x="770427" y="14778"/>
                  </a:cubicBezTo>
                  <a:cubicBezTo>
                    <a:pt x="779889" y="24240"/>
                    <a:pt x="785205" y="37073"/>
                    <a:pt x="785205" y="50454"/>
                  </a:cubicBezTo>
                  <a:lnTo>
                    <a:pt x="785205" y="449644"/>
                  </a:lnTo>
                  <a:cubicBezTo>
                    <a:pt x="785205" y="463025"/>
                    <a:pt x="779889" y="475858"/>
                    <a:pt x="770427" y="485320"/>
                  </a:cubicBezTo>
                  <a:cubicBezTo>
                    <a:pt x="760965" y="494782"/>
                    <a:pt x="748132" y="500098"/>
                    <a:pt x="734751" y="500098"/>
                  </a:cubicBezTo>
                  <a:lnTo>
                    <a:pt x="50454" y="500098"/>
                  </a:lnTo>
                  <a:cubicBezTo>
                    <a:pt x="37073" y="500098"/>
                    <a:pt x="24240" y="494782"/>
                    <a:pt x="14778" y="485320"/>
                  </a:cubicBezTo>
                  <a:cubicBezTo>
                    <a:pt x="5316" y="475858"/>
                    <a:pt x="0" y="463025"/>
                    <a:pt x="0" y="449644"/>
                  </a:cubicBezTo>
                  <a:lnTo>
                    <a:pt x="0" y="50454"/>
                  </a:lnTo>
                  <a:cubicBezTo>
                    <a:pt x="0" y="37073"/>
                    <a:pt x="5316" y="24240"/>
                    <a:pt x="14778" y="14778"/>
                  </a:cubicBezTo>
                  <a:cubicBezTo>
                    <a:pt x="24240" y="5316"/>
                    <a:pt x="37073" y="0"/>
                    <a:pt x="50454" y="0"/>
                  </a:cubicBezTo>
                  <a:close/>
                </a:path>
              </a:pathLst>
            </a:custGeom>
            <a:blipFill rotWithShape="1">
              <a:blip r:embed="rId7">
                <a:alphaModFix/>
              </a:blip>
              <a:stretch>
                <a:fillRect t="-28500" b="-28500"/>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0" name="Google Shape;130;p4"/>
          <p:cNvSpPr txBox="1"/>
          <p:nvPr/>
        </p:nvSpPr>
        <p:spPr>
          <a:xfrm>
            <a:off x="6971342" y="3699873"/>
            <a:ext cx="10444216" cy="2632472"/>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2500"/>
              <a:buFont typeface="Arial"/>
              <a:buNone/>
            </a:pPr>
            <a:r>
              <a:rPr lang="en-US" sz="2500" b="0" i="0" u="none" strike="noStrike" cap="none" dirty="0">
                <a:solidFill>
                  <a:srgbClr val="311581"/>
                </a:solidFill>
                <a:latin typeface="Public Sans"/>
                <a:ea typeface="Public Sans"/>
                <a:cs typeface="Public Sans"/>
                <a:sym typeface="Public Sans"/>
              </a:rPr>
              <a:t>Se propone el </a:t>
            </a:r>
            <a:r>
              <a:rPr lang="en-US" sz="2500" b="0" i="0" u="none" strike="noStrike" cap="none" dirty="0" err="1">
                <a:solidFill>
                  <a:srgbClr val="311581"/>
                </a:solidFill>
                <a:latin typeface="Public Sans"/>
                <a:ea typeface="Public Sans"/>
                <a:cs typeface="Public Sans"/>
                <a:sym typeface="Public Sans"/>
              </a:rPr>
              <a:t>desarrollo</a:t>
            </a:r>
            <a:r>
              <a:rPr lang="en-US" sz="2500" b="0" i="0" u="none" strike="noStrike" cap="none" dirty="0">
                <a:solidFill>
                  <a:srgbClr val="311581"/>
                </a:solidFill>
                <a:latin typeface="Public Sans"/>
                <a:ea typeface="Public Sans"/>
                <a:cs typeface="Public Sans"/>
                <a:sym typeface="Public Sans"/>
              </a:rPr>
              <a:t> de un </a:t>
            </a:r>
            <a:r>
              <a:rPr lang="en-US" sz="2500" b="0" i="0" u="none" strike="noStrike" cap="none" dirty="0" err="1">
                <a:solidFill>
                  <a:srgbClr val="311581"/>
                </a:solidFill>
                <a:latin typeface="Public Sans"/>
                <a:ea typeface="Public Sans"/>
                <a:cs typeface="Public Sans"/>
                <a:sym typeface="Public Sans"/>
              </a:rPr>
              <a:t>Asistente</a:t>
            </a:r>
            <a:r>
              <a:rPr lang="en-US" sz="2500" b="0" i="0" u="none" strike="noStrike" cap="none" dirty="0">
                <a:solidFill>
                  <a:srgbClr val="311581"/>
                </a:solidFill>
                <a:latin typeface="Public Sans"/>
                <a:ea typeface="Public Sans"/>
                <a:cs typeface="Public Sans"/>
                <a:sym typeface="Public Sans"/>
              </a:rPr>
              <a:t> Virtual para Twitch (APT) que </a:t>
            </a:r>
            <a:r>
              <a:rPr lang="en-US" sz="2500" b="0" i="0" u="none" strike="noStrike" cap="none" dirty="0" err="1">
                <a:solidFill>
                  <a:srgbClr val="311581"/>
                </a:solidFill>
                <a:latin typeface="Public Sans"/>
                <a:ea typeface="Public Sans"/>
                <a:cs typeface="Public Sans"/>
                <a:sym typeface="Public Sans"/>
              </a:rPr>
              <a:t>integre</a:t>
            </a:r>
            <a:r>
              <a:rPr lang="en-US" sz="2500" b="0" i="0" u="none" strike="noStrike" cap="none" dirty="0">
                <a:solidFill>
                  <a:srgbClr val="311581"/>
                </a:solidFill>
                <a:latin typeface="Public Sans"/>
                <a:ea typeface="Public Sans"/>
                <a:cs typeface="Public Sans"/>
                <a:sym typeface="Public Sans"/>
              </a:rPr>
              <a:t> </a:t>
            </a:r>
            <a:r>
              <a:rPr lang="en-US" sz="2500" b="0" i="0" u="none" strike="noStrike" cap="none" dirty="0" err="1">
                <a:solidFill>
                  <a:srgbClr val="311581"/>
                </a:solidFill>
                <a:latin typeface="Public Sans"/>
                <a:ea typeface="Public Sans"/>
                <a:cs typeface="Public Sans"/>
                <a:sym typeface="Public Sans"/>
              </a:rPr>
              <a:t>voz</a:t>
            </a:r>
            <a:r>
              <a:rPr lang="en-US" sz="2500" b="0" i="0" u="none" strike="noStrike" cap="none" dirty="0">
                <a:solidFill>
                  <a:srgbClr val="311581"/>
                </a:solidFill>
                <a:latin typeface="Public Sans"/>
                <a:ea typeface="Public Sans"/>
                <a:cs typeface="Public Sans"/>
                <a:sym typeface="Public Sans"/>
              </a:rPr>
              <a:t>, </a:t>
            </a:r>
            <a:r>
              <a:rPr lang="en-US" sz="2500" b="0" i="0" u="none" strike="noStrike" cap="none" dirty="0" err="1">
                <a:solidFill>
                  <a:srgbClr val="311581"/>
                </a:solidFill>
                <a:latin typeface="Public Sans"/>
                <a:ea typeface="Public Sans"/>
                <a:cs typeface="Public Sans"/>
                <a:sym typeface="Public Sans"/>
              </a:rPr>
              <a:t>inteligencia</a:t>
            </a:r>
            <a:r>
              <a:rPr lang="en-US" sz="2500" b="0" i="0" u="none" strike="noStrike" cap="none" dirty="0">
                <a:solidFill>
                  <a:srgbClr val="311581"/>
                </a:solidFill>
                <a:latin typeface="Public Sans"/>
                <a:ea typeface="Public Sans"/>
                <a:cs typeface="Public Sans"/>
                <a:sym typeface="Public Sans"/>
              </a:rPr>
              <a:t> artificial y control </a:t>
            </a:r>
            <a:r>
              <a:rPr lang="en-US" sz="2500" b="0" i="0" u="none" strike="noStrike" cap="none" dirty="0" err="1">
                <a:solidFill>
                  <a:srgbClr val="311581"/>
                </a:solidFill>
                <a:latin typeface="Public Sans"/>
                <a:ea typeface="Public Sans"/>
                <a:cs typeface="Public Sans"/>
                <a:sym typeface="Public Sans"/>
              </a:rPr>
              <a:t>desde</a:t>
            </a:r>
            <a:r>
              <a:rPr lang="en-US" sz="2500" b="0" i="0" u="none" strike="noStrike" cap="none" dirty="0">
                <a:solidFill>
                  <a:srgbClr val="311581"/>
                </a:solidFill>
                <a:latin typeface="Public Sans"/>
                <a:ea typeface="Public Sans"/>
                <a:cs typeface="Public Sans"/>
                <a:sym typeface="Public Sans"/>
              </a:rPr>
              <a:t> una </a:t>
            </a:r>
            <a:r>
              <a:rPr lang="en-US" sz="2500" b="0" i="0" u="none" strike="noStrike" cap="none" dirty="0" err="1">
                <a:solidFill>
                  <a:srgbClr val="311581"/>
                </a:solidFill>
                <a:latin typeface="Public Sans"/>
                <a:ea typeface="Public Sans"/>
                <a:cs typeface="Public Sans"/>
                <a:sym typeface="Public Sans"/>
              </a:rPr>
              <a:t>aplicación</a:t>
            </a:r>
            <a:r>
              <a:rPr lang="en-US" sz="2500" b="0" i="0" u="none" strike="noStrike" cap="none" dirty="0">
                <a:solidFill>
                  <a:srgbClr val="311581"/>
                </a:solidFill>
                <a:latin typeface="Public Sans"/>
                <a:ea typeface="Public Sans"/>
                <a:cs typeface="Public Sans"/>
                <a:sym typeface="Public Sans"/>
              </a:rPr>
              <a:t> de </a:t>
            </a:r>
            <a:r>
              <a:rPr lang="en-US" sz="2500" b="0" i="0" u="none" strike="noStrike" cap="none" dirty="0" err="1">
                <a:solidFill>
                  <a:srgbClr val="311581"/>
                </a:solidFill>
                <a:latin typeface="Public Sans"/>
                <a:ea typeface="Public Sans"/>
                <a:cs typeface="Public Sans"/>
                <a:sym typeface="Public Sans"/>
              </a:rPr>
              <a:t>escritorio</a:t>
            </a:r>
            <a:r>
              <a:rPr lang="en-US" sz="2500" b="0" i="0" u="none" strike="noStrike" cap="none" dirty="0">
                <a:solidFill>
                  <a:srgbClr val="311581"/>
                </a:solidFill>
                <a:latin typeface="Public Sans"/>
                <a:ea typeface="Public Sans"/>
                <a:cs typeface="Public Sans"/>
                <a:sym typeface="Public Sans"/>
              </a:rPr>
              <a:t>. Este </a:t>
            </a:r>
            <a:r>
              <a:rPr lang="en-US" sz="2500" b="0" i="0" u="none" strike="noStrike" cap="none" dirty="0" err="1">
                <a:solidFill>
                  <a:srgbClr val="311581"/>
                </a:solidFill>
                <a:latin typeface="Public Sans"/>
                <a:ea typeface="Public Sans"/>
                <a:cs typeface="Public Sans"/>
                <a:sym typeface="Public Sans"/>
              </a:rPr>
              <a:t>asistente</a:t>
            </a:r>
            <a:r>
              <a:rPr lang="en-US" sz="2500" b="0" i="0" u="none" strike="noStrike" cap="none" dirty="0">
                <a:solidFill>
                  <a:srgbClr val="311581"/>
                </a:solidFill>
                <a:latin typeface="Public Sans"/>
                <a:ea typeface="Public Sans"/>
                <a:cs typeface="Public Sans"/>
                <a:sym typeface="Public Sans"/>
              </a:rPr>
              <a:t> </a:t>
            </a:r>
            <a:r>
              <a:rPr lang="en-US" sz="2500" b="0" i="0" u="none" strike="noStrike" cap="none" dirty="0" err="1">
                <a:solidFill>
                  <a:srgbClr val="311581"/>
                </a:solidFill>
                <a:latin typeface="Public Sans"/>
                <a:ea typeface="Public Sans"/>
                <a:cs typeface="Public Sans"/>
                <a:sym typeface="Public Sans"/>
              </a:rPr>
              <a:t>permitirá</a:t>
            </a:r>
            <a:r>
              <a:rPr lang="en-US" sz="2500" b="0" i="0" u="none" strike="noStrike" cap="none" dirty="0">
                <a:solidFill>
                  <a:srgbClr val="311581"/>
                </a:solidFill>
                <a:latin typeface="Public Sans"/>
                <a:ea typeface="Public Sans"/>
                <a:cs typeface="Public Sans"/>
                <a:sym typeface="Public Sans"/>
              </a:rPr>
              <a:t> </a:t>
            </a:r>
            <a:r>
              <a:rPr lang="en-US" sz="2500" b="0" i="0" u="none" strike="noStrike" cap="none" dirty="0" err="1">
                <a:solidFill>
                  <a:srgbClr val="311581"/>
                </a:solidFill>
                <a:latin typeface="Public Sans"/>
                <a:ea typeface="Public Sans"/>
                <a:cs typeface="Public Sans"/>
                <a:sym typeface="Public Sans"/>
              </a:rPr>
              <a:t>capturar</a:t>
            </a:r>
            <a:r>
              <a:rPr lang="en-US" sz="2500" b="0" i="0" u="none" strike="noStrike" cap="none" dirty="0">
                <a:solidFill>
                  <a:srgbClr val="311581"/>
                </a:solidFill>
                <a:latin typeface="Public Sans"/>
                <a:ea typeface="Public Sans"/>
                <a:cs typeface="Public Sans"/>
                <a:sym typeface="Public Sans"/>
              </a:rPr>
              <a:t> </a:t>
            </a:r>
            <a:r>
              <a:rPr lang="en-US" sz="2500" b="0" i="0" u="none" strike="noStrike" cap="none" dirty="0" err="1">
                <a:solidFill>
                  <a:srgbClr val="311581"/>
                </a:solidFill>
                <a:latin typeface="Public Sans"/>
                <a:ea typeface="Public Sans"/>
                <a:cs typeface="Public Sans"/>
                <a:sym typeface="Public Sans"/>
              </a:rPr>
              <a:t>mensajes</a:t>
            </a:r>
            <a:r>
              <a:rPr lang="en-US" sz="2500" b="0" i="0" u="none" strike="noStrike" cap="none" dirty="0">
                <a:solidFill>
                  <a:srgbClr val="311581"/>
                </a:solidFill>
                <a:latin typeface="Public Sans"/>
                <a:ea typeface="Public Sans"/>
                <a:cs typeface="Public Sans"/>
                <a:sym typeface="Public Sans"/>
              </a:rPr>
              <a:t> del chat, </a:t>
            </a:r>
            <a:r>
              <a:rPr lang="en-US" sz="2500" b="0" i="0" u="none" strike="noStrike" cap="none" dirty="0" err="1">
                <a:solidFill>
                  <a:srgbClr val="311581"/>
                </a:solidFill>
                <a:latin typeface="Public Sans"/>
                <a:ea typeface="Public Sans"/>
                <a:cs typeface="Public Sans"/>
                <a:sym typeface="Public Sans"/>
              </a:rPr>
              <a:t>generar</a:t>
            </a:r>
            <a:r>
              <a:rPr lang="en-US" sz="2500" b="0" i="0" u="none" strike="noStrike" cap="none" dirty="0">
                <a:solidFill>
                  <a:srgbClr val="311581"/>
                </a:solidFill>
                <a:latin typeface="Public Sans"/>
                <a:ea typeface="Public Sans"/>
                <a:cs typeface="Public Sans"/>
                <a:sym typeface="Public Sans"/>
              </a:rPr>
              <a:t> </a:t>
            </a:r>
            <a:r>
              <a:rPr lang="en-US" sz="2500" b="0" i="0" u="none" strike="noStrike" cap="none" dirty="0" err="1">
                <a:solidFill>
                  <a:srgbClr val="311581"/>
                </a:solidFill>
                <a:latin typeface="Public Sans"/>
                <a:ea typeface="Public Sans"/>
                <a:cs typeface="Public Sans"/>
                <a:sym typeface="Public Sans"/>
              </a:rPr>
              <a:t>respuestas</a:t>
            </a:r>
            <a:r>
              <a:rPr lang="en-US" sz="2500" b="0" i="0" u="none" strike="noStrike" cap="none" dirty="0">
                <a:solidFill>
                  <a:srgbClr val="311581"/>
                </a:solidFill>
                <a:latin typeface="Public Sans"/>
                <a:ea typeface="Public Sans"/>
                <a:cs typeface="Public Sans"/>
                <a:sym typeface="Public Sans"/>
              </a:rPr>
              <a:t>, </a:t>
            </a:r>
            <a:r>
              <a:rPr lang="en-US" sz="2500" b="0" i="0" u="none" strike="noStrike" cap="none" dirty="0" err="1">
                <a:solidFill>
                  <a:srgbClr val="311581"/>
                </a:solidFill>
                <a:latin typeface="Public Sans"/>
                <a:ea typeface="Public Sans"/>
                <a:cs typeface="Public Sans"/>
                <a:sym typeface="Public Sans"/>
              </a:rPr>
              <a:t>convertirlas</a:t>
            </a:r>
            <a:r>
              <a:rPr lang="en-US" sz="2500" b="0" i="0" u="none" strike="noStrike" cap="none" dirty="0">
                <a:solidFill>
                  <a:srgbClr val="311581"/>
                </a:solidFill>
                <a:latin typeface="Public Sans"/>
                <a:ea typeface="Public Sans"/>
                <a:cs typeface="Public Sans"/>
                <a:sym typeface="Public Sans"/>
              </a:rPr>
              <a:t> en </a:t>
            </a:r>
            <a:r>
              <a:rPr lang="en-US" sz="2500" b="0" i="0" u="none" strike="noStrike" cap="none" dirty="0" err="1">
                <a:solidFill>
                  <a:srgbClr val="311581"/>
                </a:solidFill>
                <a:latin typeface="Public Sans"/>
                <a:ea typeface="Public Sans"/>
                <a:cs typeface="Public Sans"/>
                <a:sym typeface="Public Sans"/>
              </a:rPr>
              <a:t>voz</a:t>
            </a:r>
            <a:r>
              <a:rPr lang="en-US" sz="2500" b="0" i="0" u="none" strike="noStrike" cap="none" dirty="0">
                <a:solidFill>
                  <a:srgbClr val="311581"/>
                </a:solidFill>
                <a:latin typeface="Public Sans"/>
                <a:ea typeface="Public Sans"/>
                <a:cs typeface="Public Sans"/>
                <a:sym typeface="Public Sans"/>
              </a:rPr>
              <a:t> y </a:t>
            </a:r>
            <a:r>
              <a:rPr lang="en-US" sz="2500" b="0" i="0" u="none" strike="noStrike" cap="none" dirty="0" err="1">
                <a:solidFill>
                  <a:srgbClr val="311581"/>
                </a:solidFill>
                <a:latin typeface="Public Sans"/>
                <a:ea typeface="Public Sans"/>
                <a:cs typeface="Public Sans"/>
                <a:sym typeface="Public Sans"/>
              </a:rPr>
              <a:t>reproducirlas</a:t>
            </a:r>
            <a:r>
              <a:rPr lang="en-US" sz="2500" b="0" i="0" u="none" strike="noStrike" cap="none" dirty="0">
                <a:solidFill>
                  <a:srgbClr val="311581"/>
                </a:solidFill>
                <a:latin typeface="Public Sans"/>
                <a:ea typeface="Public Sans"/>
                <a:cs typeface="Public Sans"/>
                <a:sym typeface="Public Sans"/>
              </a:rPr>
              <a:t> </a:t>
            </a:r>
            <a:r>
              <a:rPr lang="en-US" sz="2500" b="0" i="0" u="none" strike="noStrike" cap="none" dirty="0" err="1">
                <a:solidFill>
                  <a:srgbClr val="311581"/>
                </a:solidFill>
                <a:latin typeface="Public Sans"/>
                <a:ea typeface="Public Sans"/>
                <a:cs typeface="Public Sans"/>
                <a:sym typeface="Public Sans"/>
              </a:rPr>
              <a:t>mediante</a:t>
            </a:r>
            <a:r>
              <a:rPr lang="en-US" sz="2500" b="0" i="0" u="none" strike="noStrike" cap="none" dirty="0">
                <a:solidFill>
                  <a:srgbClr val="311581"/>
                </a:solidFill>
                <a:latin typeface="Public Sans"/>
                <a:ea typeface="Public Sans"/>
                <a:cs typeface="Public Sans"/>
                <a:sym typeface="Public Sans"/>
              </a:rPr>
              <a:t> un avatar virtual, </a:t>
            </a:r>
            <a:r>
              <a:rPr lang="en-US" sz="2500" b="0" i="0" u="none" strike="noStrike" cap="none" dirty="0" err="1">
                <a:solidFill>
                  <a:srgbClr val="311581"/>
                </a:solidFill>
                <a:latin typeface="Public Sans"/>
                <a:ea typeface="Public Sans"/>
                <a:cs typeface="Public Sans"/>
                <a:sym typeface="Public Sans"/>
              </a:rPr>
              <a:t>ofreciendo</a:t>
            </a:r>
            <a:r>
              <a:rPr lang="en-US" sz="2500" b="0" i="0" u="none" strike="noStrike" cap="none" dirty="0">
                <a:solidFill>
                  <a:srgbClr val="311581"/>
                </a:solidFill>
                <a:latin typeface="Public Sans"/>
                <a:ea typeface="Public Sans"/>
                <a:cs typeface="Public Sans"/>
                <a:sym typeface="Public Sans"/>
              </a:rPr>
              <a:t> al streamer una </a:t>
            </a:r>
            <a:r>
              <a:rPr lang="en-US" sz="2500" b="0" i="0" u="none" strike="noStrike" cap="none" dirty="0" err="1">
                <a:solidFill>
                  <a:srgbClr val="311581"/>
                </a:solidFill>
                <a:latin typeface="Public Sans"/>
                <a:ea typeface="Public Sans"/>
                <a:cs typeface="Public Sans"/>
                <a:sym typeface="Public Sans"/>
              </a:rPr>
              <a:t>experiencia</a:t>
            </a:r>
            <a:r>
              <a:rPr lang="en-US" sz="2500" b="0" i="0" u="none" strike="noStrike" cap="none" dirty="0">
                <a:solidFill>
                  <a:srgbClr val="311581"/>
                </a:solidFill>
                <a:latin typeface="Public Sans"/>
                <a:ea typeface="Public Sans"/>
                <a:cs typeface="Public Sans"/>
                <a:sym typeface="Public Sans"/>
              </a:rPr>
              <a:t> de </a:t>
            </a:r>
            <a:r>
              <a:rPr lang="en-US" sz="2500" b="0" i="0" u="none" strike="noStrike" cap="none" dirty="0" err="1">
                <a:solidFill>
                  <a:srgbClr val="311581"/>
                </a:solidFill>
                <a:latin typeface="Public Sans"/>
                <a:ea typeface="Public Sans"/>
                <a:cs typeface="Public Sans"/>
                <a:sym typeface="Public Sans"/>
              </a:rPr>
              <a:t>interacción</a:t>
            </a:r>
            <a:r>
              <a:rPr lang="en-US" sz="2500" b="0" i="0" u="none" strike="noStrike" cap="none" dirty="0">
                <a:solidFill>
                  <a:srgbClr val="311581"/>
                </a:solidFill>
                <a:latin typeface="Public Sans"/>
                <a:ea typeface="Public Sans"/>
                <a:cs typeface="Public Sans"/>
                <a:sym typeface="Public Sans"/>
              </a:rPr>
              <a:t> mucho </a:t>
            </a:r>
            <a:r>
              <a:rPr lang="en-US" sz="2500" b="0" i="0" u="none" strike="noStrike" cap="none" dirty="0" err="1">
                <a:solidFill>
                  <a:srgbClr val="311581"/>
                </a:solidFill>
                <a:latin typeface="Public Sans"/>
                <a:ea typeface="Public Sans"/>
                <a:cs typeface="Public Sans"/>
                <a:sym typeface="Public Sans"/>
              </a:rPr>
              <a:t>más</a:t>
            </a:r>
            <a:r>
              <a:rPr lang="en-US" sz="2500" b="0" i="0" u="none" strike="noStrike" cap="none" dirty="0">
                <a:solidFill>
                  <a:srgbClr val="311581"/>
                </a:solidFill>
                <a:latin typeface="Public Sans"/>
                <a:ea typeface="Public Sans"/>
                <a:cs typeface="Public Sans"/>
                <a:sym typeface="Public Sans"/>
              </a:rPr>
              <a:t> </a:t>
            </a:r>
            <a:r>
              <a:rPr lang="en-US" sz="2500" b="0" i="0" u="none" strike="noStrike" cap="none" dirty="0" err="1">
                <a:solidFill>
                  <a:srgbClr val="311581"/>
                </a:solidFill>
                <a:latin typeface="Public Sans"/>
                <a:ea typeface="Public Sans"/>
                <a:cs typeface="Public Sans"/>
                <a:sym typeface="Public Sans"/>
              </a:rPr>
              <a:t>fluida</a:t>
            </a:r>
            <a:r>
              <a:rPr lang="en-US" sz="2500" b="0" i="0" u="none" strike="noStrike" cap="none" dirty="0">
                <a:solidFill>
                  <a:srgbClr val="311581"/>
                </a:solidFill>
                <a:latin typeface="Public Sans"/>
                <a:ea typeface="Public Sans"/>
                <a:cs typeface="Public Sans"/>
                <a:sym typeface="Public Sans"/>
              </a:rPr>
              <a:t> e </a:t>
            </a:r>
            <a:r>
              <a:rPr lang="en-US" sz="2500" b="0" i="0" u="none" strike="noStrike" cap="none" dirty="0" err="1">
                <a:solidFill>
                  <a:srgbClr val="311581"/>
                </a:solidFill>
                <a:latin typeface="Public Sans"/>
                <a:ea typeface="Public Sans"/>
                <a:cs typeface="Public Sans"/>
                <a:sym typeface="Public Sans"/>
              </a:rPr>
              <a:t>inmersiva</a:t>
            </a:r>
            <a:r>
              <a:rPr lang="en-US" sz="2500" b="0" i="0" u="none" strike="noStrike" cap="none" dirty="0">
                <a:solidFill>
                  <a:srgbClr val="311581"/>
                </a:solidFill>
                <a:latin typeface="Public Sans"/>
                <a:ea typeface="Public Sans"/>
                <a:cs typeface="Public Sans"/>
                <a:sym typeface="Public Sans"/>
              </a:rPr>
              <a:t>.</a:t>
            </a:r>
            <a:endParaRPr sz="1400" b="0" i="0" u="none" strike="noStrike" cap="none" dirty="0">
              <a:solidFill>
                <a:srgbClr val="000000"/>
              </a:solidFill>
              <a:latin typeface="Arial"/>
              <a:ea typeface="Arial"/>
              <a:cs typeface="Arial"/>
              <a:sym typeface="Arial"/>
            </a:endParaRPr>
          </a:p>
        </p:txBody>
      </p:sp>
      <p:sp>
        <p:nvSpPr>
          <p:cNvPr id="131" name="Google Shape;131;p4"/>
          <p:cNvSpPr txBox="1"/>
          <p:nvPr/>
        </p:nvSpPr>
        <p:spPr>
          <a:xfrm>
            <a:off x="6971341" y="2332117"/>
            <a:ext cx="11466287" cy="1263872"/>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399"/>
              <a:buFont typeface="Arial"/>
              <a:buNone/>
            </a:pPr>
            <a:r>
              <a:rPr lang="en-US" sz="7399" b="1" i="0" u="none" strike="noStrike" cap="none">
                <a:solidFill>
                  <a:srgbClr val="311581"/>
                </a:solidFill>
                <a:latin typeface="Public Sans"/>
                <a:ea typeface="Public Sans"/>
                <a:cs typeface="Public Sans"/>
                <a:sym typeface="Public Sans"/>
              </a:rPr>
              <a:t> Propuesta de Solución</a:t>
            </a:r>
            <a:endParaRPr sz="1400" b="0" i="0" u="none" strike="noStrike" cap="none">
              <a:solidFill>
                <a:srgbClr val="000000"/>
              </a:solidFill>
              <a:latin typeface="Arial"/>
              <a:ea typeface="Arial"/>
              <a:cs typeface="Arial"/>
              <a:sym typeface="Arial"/>
            </a:endParaRP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5"/>
          <p:cNvSpPr/>
          <p:nvPr/>
        </p:nvSpPr>
        <p:spPr>
          <a:xfrm>
            <a:off x="0" y="0"/>
            <a:ext cx="6062565" cy="10287000"/>
          </a:xfrm>
          <a:custGeom>
            <a:avLst/>
            <a:gdLst/>
            <a:ahLst/>
            <a:cxnLst/>
            <a:rect l="l" t="t" r="r" b="b"/>
            <a:pathLst>
              <a:path w="6062565" h="10287000" extrusionOk="0">
                <a:moveTo>
                  <a:pt x="0" y="0"/>
                </a:moveTo>
                <a:lnTo>
                  <a:pt x="6062565" y="0"/>
                </a:lnTo>
                <a:lnTo>
                  <a:pt x="6062565" y="10287000"/>
                </a:lnTo>
                <a:lnTo>
                  <a:pt x="0" y="10287000"/>
                </a:lnTo>
                <a:lnTo>
                  <a:pt x="0" y="0"/>
                </a:lnTo>
                <a:close/>
              </a:path>
            </a:pathLst>
          </a:custGeom>
          <a:blipFill rotWithShape="1">
            <a:blip r:embed="rId3">
              <a:alphaModFix/>
            </a:blip>
            <a:stretch>
              <a:fillRect l="-25461" r="-129205"/>
            </a:stretch>
          </a:blipFill>
          <a:ln>
            <a:noFill/>
          </a:ln>
        </p:spPr>
      </p:sp>
      <p:sp>
        <p:nvSpPr>
          <p:cNvPr id="137" name="Google Shape;137;p25"/>
          <p:cNvSpPr/>
          <p:nvPr/>
        </p:nvSpPr>
        <p:spPr>
          <a:xfrm rot="2700000">
            <a:off x="-1003068" y="5792767"/>
            <a:ext cx="9571075" cy="8163329"/>
          </a:xfrm>
          <a:custGeom>
            <a:avLst/>
            <a:gdLst/>
            <a:ahLst/>
            <a:cxnLst/>
            <a:rect l="l" t="t" r="r" b="b"/>
            <a:pathLst>
              <a:path w="9571075" h="8163329" extrusionOk="0">
                <a:moveTo>
                  <a:pt x="0" y="0"/>
                </a:moveTo>
                <a:lnTo>
                  <a:pt x="9571075" y="0"/>
                </a:lnTo>
                <a:lnTo>
                  <a:pt x="9571075" y="8163329"/>
                </a:lnTo>
                <a:lnTo>
                  <a:pt x="0" y="8163329"/>
                </a:lnTo>
                <a:lnTo>
                  <a:pt x="0" y="0"/>
                </a:lnTo>
                <a:close/>
              </a:path>
            </a:pathLst>
          </a:custGeom>
          <a:blipFill rotWithShape="1">
            <a:blip r:embed="rId4">
              <a:alphaModFix amt="70000"/>
            </a:blip>
            <a:stretch>
              <a:fillRect/>
            </a:stretch>
          </a:blipFill>
          <a:ln>
            <a:noFill/>
          </a:ln>
        </p:spPr>
      </p:sp>
      <p:cxnSp>
        <p:nvCxnSpPr>
          <p:cNvPr id="138" name="Google Shape;138;p25"/>
          <p:cNvCxnSpPr/>
          <p:nvPr/>
        </p:nvCxnSpPr>
        <p:spPr>
          <a:xfrm>
            <a:off x="9524632" y="1434364"/>
            <a:ext cx="5017640" cy="0"/>
          </a:xfrm>
          <a:prstGeom prst="straightConnector1">
            <a:avLst/>
          </a:prstGeom>
          <a:noFill/>
          <a:ln w="28575" cap="flat" cmpd="sng">
            <a:solidFill>
              <a:srgbClr val="311581"/>
            </a:solidFill>
            <a:prstDash val="solid"/>
            <a:round/>
            <a:headEnd type="oval" w="lg" len="lg"/>
            <a:tailEnd type="oval" w="lg" len="lg"/>
          </a:ln>
        </p:spPr>
      </p:cxnSp>
      <p:grpSp>
        <p:nvGrpSpPr>
          <p:cNvPr id="139" name="Google Shape;139;p25"/>
          <p:cNvGrpSpPr/>
          <p:nvPr/>
        </p:nvGrpSpPr>
        <p:grpSpPr>
          <a:xfrm>
            <a:off x="1028700" y="1638863"/>
            <a:ext cx="6016509" cy="7600387"/>
            <a:chOff x="0" y="-22820"/>
            <a:chExt cx="8022012" cy="10133849"/>
          </a:xfrm>
        </p:grpSpPr>
        <p:sp>
          <p:nvSpPr>
            <p:cNvPr id="140" name="Google Shape;140;p25"/>
            <p:cNvSpPr/>
            <p:nvPr/>
          </p:nvSpPr>
          <p:spPr>
            <a:xfrm>
              <a:off x="0" y="0"/>
              <a:ext cx="8022012" cy="10111029"/>
            </a:xfrm>
            <a:custGeom>
              <a:avLst/>
              <a:gdLst/>
              <a:ahLst/>
              <a:cxnLst/>
              <a:rect l="l" t="t" r="r" b="b"/>
              <a:pathLst>
                <a:path w="8022012" h="10111029" extrusionOk="0">
                  <a:moveTo>
                    <a:pt x="0" y="0"/>
                  </a:moveTo>
                  <a:lnTo>
                    <a:pt x="8022012" y="0"/>
                  </a:lnTo>
                  <a:lnTo>
                    <a:pt x="8022012" y="10111029"/>
                  </a:lnTo>
                  <a:lnTo>
                    <a:pt x="0" y="10111029"/>
                  </a:lnTo>
                  <a:lnTo>
                    <a:pt x="0" y="0"/>
                  </a:lnTo>
                  <a:close/>
                </a:path>
              </a:pathLst>
            </a:custGeom>
            <a:blipFill rotWithShape="1">
              <a:blip r:embed="rId5">
                <a:alphaModFix amt="70000"/>
              </a:blip>
              <a:stretch>
                <a:fillRect l="-82992"/>
              </a:stretch>
            </a:blipFill>
            <a:ln>
              <a:noFill/>
            </a:ln>
          </p:spPr>
        </p:sp>
        <p:grpSp>
          <p:nvGrpSpPr>
            <p:cNvPr id="141" name="Google Shape;141;p25"/>
            <p:cNvGrpSpPr/>
            <p:nvPr/>
          </p:nvGrpSpPr>
          <p:grpSpPr>
            <a:xfrm>
              <a:off x="0" y="-22820"/>
              <a:ext cx="7285824" cy="9297478"/>
              <a:chOff x="0" y="-9525"/>
              <a:chExt cx="1439175" cy="1836539"/>
            </a:xfrm>
          </p:grpSpPr>
          <p:sp>
            <p:nvSpPr>
              <p:cNvPr id="142" name="Google Shape;142;p25"/>
              <p:cNvSpPr/>
              <p:nvPr/>
            </p:nvSpPr>
            <p:spPr>
              <a:xfrm>
                <a:off x="0" y="0"/>
                <a:ext cx="1439175" cy="1827014"/>
              </a:xfrm>
              <a:custGeom>
                <a:avLst/>
                <a:gdLst/>
                <a:ahLst/>
                <a:cxnLst/>
                <a:rect l="l" t="t" r="r" b="b"/>
                <a:pathLst>
                  <a:path w="1439175" h="1827014" extrusionOk="0">
                    <a:moveTo>
                      <a:pt x="56672" y="0"/>
                    </a:moveTo>
                    <a:lnTo>
                      <a:pt x="1382503" y="0"/>
                    </a:lnTo>
                    <a:cubicBezTo>
                      <a:pt x="1397533" y="0"/>
                      <a:pt x="1411948" y="5971"/>
                      <a:pt x="1422576" y="16599"/>
                    </a:cubicBezTo>
                    <a:cubicBezTo>
                      <a:pt x="1433204" y="27227"/>
                      <a:pt x="1439175" y="41642"/>
                      <a:pt x="1439175" y="56672"/>
                    </a:cubicBezTo>
                    <a:lnTo>
                      <a:pt x="1439175" y="1770342"/>
                    </a:lnTo>
                    <a:cubicBezTo>
                      <a:pt x="1439175" y="1801641"/>
                      <a:pt x="1413802" y="1827014"/>
                      <a:pt x="1382503" y="1827014"/>
                    </a:cubicBezTo>
                    <a:lnTo>
                      <a:pt x="56672" y="1827014"/>
                    </a:lnTo>
                    <a:cubicBezTo>
                      <a:pt x="25373" y="1827014"/>
                      <a:pt x="0" y="1801641"/>
                      <a:pt x="0" y="1770342"/>
                    </a:cubicBezTo>
                    <a:lnTo>
                      <a:pt x="0" y="56672"/>
                    </a:lnTo>
                    <a:cubicBezTo>
                      <a:pt x="0" y="25373"/>
                      <a:pt x="25373" y="0"/>
                      <a:pt x="5667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25"/>
              <p:cNvSpPr txBox="1"/>
              <p:nvPr/>
            </p:nvSpPr>
            <p:spPr>
              <a:xfrm>
                <a:off x="0" y="-9525"/>
                <a:ext cx="1439175" cy="1836539"/>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grpSp>
        <p:nvGrpSpPr>
          <p:cNvPr id="144" name="Google Shape;144;p25"/>
          <p:cNvGrpSpPr/>
          <p:nvPr/>
        </p:nvGrpSpPr>
        <p:grpSpPr>
          <a:xfrm>
            <a:off x="1459203" y="1998480"/>
            <a:ext cx="4603363" cy="6290040"/>
            <a:chOff x="0" y="0"/>
            <a:chExt cx="6137817" cy="8386720"/>
          </a:xfrm>
        </p:grpSpPr>
        <p:sp>
          <p:nvSpPr>
            <p:cNvPr id="145" name="Google Shape;145;p25"/>
            <p:cNvSpPr/>
            <p:nvPr/>
          </p:nvSpPr>
          <p:spPr>
            <a:xfrm>
              <a:off x="0" y="0"/>
              <a:ext cx="6137817" cy="3891059"/>
            </a:xfrm>
            <a:custGeom>
              <a:avLst/>
              <a:gdLst/>
              <a:ahLst/>
              <a:cxnLst/>
              <a:rect l="l" t="t" r="r" b="b"/>
              <a:pathLst>
                <a:path w="785205" h="497779" extrusionOk="0">
                  <a:moveTo>
                    <a:pt x="50454" y="0"/>
                  </a:moveTo>
                  <a:lnTo>
                    <a:pt x="734751" y="0"/>
                  </a:lnTo>
                  <a:cubicBezTo>
                    <a:pt x="748132" y="0"/>
                    <a:pt x="760965" y="5316"/>
                    <a:pt x="770427" y="14778"/>
                  </a:cubicBezTo>
                  <a:cubicBezTo>
                    <a:pt x="779889" y="24240"/>
                    <a:pt x="785205" y="37073"/>
                    <a:pt x="785205" y="50454"/>
                  </a:cubicBezTo>
                  <a:lnTo>
                    <a:pt x="785205" y="447326"/>
                  </a:lnTo>
                  <a:cubicBezTo>
                    <a:pt x="785205" y="460707"/>
                    <a:pt x="779889" y="473540"/>
                    <a:pt x="770427" y="483002"/>
                  </a:cubicBezTo>
                  <a:cubicBezTo>
                    <a:pt x="760965" y="492464"/>
                    <a:pt x="748132" y="497779"/>
                    <a:pt x="734751" y="497779"/>
                  </a:cubicBezTo>
                  <a:lnTo>
                    <a:pt x="50454" y="497779"/>
                  </a:lnTo>
                  <a:cubicBezTo>
                    <a:pt x="37073" y="497779"/>
                    <a:pt x="24240" y="492464"/>
                    <a:pt x="14778" y="483002"/>
                  </a:cubicBezTo>
                  <a:cubicBezTo>
                    <a:pt x="5316" y="473540"/>
                    <a:pt x="0" y="460707"/>
                    <a:pt x="0" y="447326"/>
                  </a:cubicBezTo>
                  <a:lnTo>
                    <a:pt x="0" y="50454"/>
                  </a:lnTo>
                  <a:cubicBezTo>
                    <a:pt x="0" y="37073"/>
                    <a:pt x="5316" y="24240"/>
                    <a:pt x="14778" y="14778"/>
                  </a:cubicBezTo>
                  <a:cubicBezTo>
                    <a:pt x="24240" y="5316"/>
                    <a:pt x="37073" y="0"/>
                    <a:pt x="50454" y="0"/>
                  </a:cubicBezTo>
                  <a:close/>
                </a:path>
              </a:pathLst>
            </a:custGeom>
            <a:blipFill rotWithShape="1">
              <a:blip r:embed="rId6">
                <a:alphaModFix/>
              </a:blip>
              <a:stretch>
                <a:fillRect t="-9149" b="-9150"/>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25"/>
            <p:cNvSpPr/>
            <p:nvPr/>
          </p:nvSpPr>
          <p:spPr>
            <a:xfrm>
              <a:off x="0" y="4477537"/>
              <a:ext cx="6137817" cy="3909183"/>
            </a:xfrm>
            <a:custGeom>
              <a:avLst/>
              <a:gdLst/>
              <a:ahLst/>
              <a:cxnLst/>
              <a:rect l="l" t="t" r="r" b="b"/>
              <a:pathLst>
                <a:path w="785205" h="500098" extrusionOk="0">
                  <a:moveTo>
                    <a:pt x="50454" y="0"/>
                  </a:moveTo>
                  <a:lnTo>
                    <a:pt x="734751" y="0"/>
                  </a:lnTo>
                  <a:cubicBezTo>
                    <a:pt x="748132" y="0"/>
                    <a:pt x="760965" y="5316"/>
                    <a:pt x="770427" y="14778"/>
                  </a:cubicBezTo>
                  <a:cubicBezTo>
                    <a:pt x="779889" y="24240"/>
                    <a:pt x="785205" y="37073"/>
                    <a:pt x="785205" y="50454"/>
                  </a:cubicBezTo>
                  <a:lnTo>
                    <a:pt x="785205" y="449644"/>
                  </a:lnTo>
                  <a:cubicBezTo>
                    <a:pt x="785205" y="463025"/>
                    <a:pt x="779889" y="475858"/>
                    <a:pt x="770427" y="485320"/>
                  </a:cubicBezTo>
                  <a:cubicBezTo>
                    <a:pt x="760965" y="494782"/>
                    <a:pt x="748132" y="500098"/>
                    <a:pt x="734751" y="500098"/>
                  </a:cubicBezTo>
                  <a:lnTo>
                    <a:pt x="50454" y="500098"/>
                  </a:lnTo>
                  <a:cubicBezTo>
                    <a:pt x="37073" y="500098"/>
                    <a:pt x="24240" y="494782"/>
                    <a:pt x="14778" y="485320"/>
                  </a:cubicBezTo>
                  <a:cubicBezTo>
                    <a:pt x="5316" y="475858"/>
                    <a:pt x="0" y="463025"/>
                    <a:pt x="0" y="449644"/>
                  </a:cubicBezTo>
                  <a:lnTo>
                    <a:pt x="0" y="50454"/>
                  </a:lnTo>
                  <a:cubicBezTo>
                    <a:pt x="0" y="37073"/>
                    <a:pt x="5316" y="24240"/>
                    <a:pt x="14778" y="14778"/>
                  </a:cubicBezTo>
                  <a:cubicBezTo>
                    <a:pt x="24240" y="5316"/>
                    <a:pt x="37073" y="0"/>
                    <a:pt x="50454" y="0"/>
                  </a:cubicBezTo>
                  <a:close/>
                </a:path>
              </a:pathLst>
            </a:custGeom>
            <a:blipFill rotWithShape="1">
              <a:blip r:embed="rId7">
                <a:alphaModFix/>
              </a:blip>
              <a:stretch>
                <a:fillRect t="-28500" b="-28500"/>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7" name="Google Shape;147;p25"/>
          <p:cNvSpPr txBox="1"/>
          <p:nvPr/>
        </p:nvSpPr>
        <p:spPr>
          <a:xfrm>
            <a:off x="6971342" y="3699873"/>
            <a:ext cx="5346164" cy="6487930"/>
          </a:xfrm>
          <a:prstGeom prst="rect">
            <a:avLst/>
          </a:prstGeom>
          <a:noFill/>
          <a:ln>
            <a:noFill/>
          </a:ln>
        </p:spPr>
        <p:txBody>
          <a:bodyPr spcFirstLastPara="1" wrap="square" lIns="0" tIns="0" rIns="0" bIns="0" anchor="t" anchorCtr="0">
            <a:spAutoFit/>
          </a:bodyPr>
          <a:lstStyle/>
          <a:p>
            <a:pPr marL="0" marR="0" lvl="0" indent="0" algn="just" rtl="0">
              <a:lnSpc>
                <a:spcPct val="200000"/>
              </a:lnSpc>
              <a:spcBef>
                <a:spcPts val="0"/>
              </a:spcBef>
              <a:spcAft>
                <a:spcPts val="0"/>
              </a:spcAft>
              <a:buClr>
                <a:srgbClr val="000000"/>
              </a:buClr>
              <a:buSzPts val="1600"/>
              <a:buFont typeface="Arial"/>
              <a:buNone/>
            </a:pPr>
            <a:r>
              <a:rPr lang="en-US" sz="2000" b="1" i="0" u="none" strike="noStrike" cap="none" dirty="0">
                <a:solidFill>
                  <a:srgbClr val="7030A0"/>
                </a:solidFill>
                <a:latin typeface="Public Sans" panose="020B0604020202020204" charset="0"/>
                <a:sym typeface="Arial"/>
              </a:rPr>
              <a:t>Que </a:t>
            </a:r>
            <a:r>
              <a:rPr lang="en-US" sz="2000" b="1" i="0" u="none" strike="noStrike" cap="none" dirty="0" err="1">
                <a:solidFill>
                  <a:srgbClr val="7030A0"/>
                </a:solidFill>
                <a:latin typeface="Public Sans" panose="020B0604020202020204" charset="0"/>
                <a:sym typeface="Arial"/>
              </a:rPr>
              <a:t>Hace</a:t>
            </a:r>
            <a:r>
              <a:rPr lang="en-US" sz="2000" b="1" i="0" u="none" strike="noStrike" cap="none" dirty="0">
                <a:solidFill>
                  <a:srgbClr val="7030A0"/>
                </a:solidFill>
                <a:latin typeface="Public Sans" panose="020B0604020202020204" charset="0"/>
                <a:sym typeface="Arial"/>
              </a:rPr>
              <a:t>:</a:t>
            </a:r>
            <a:endParaRPr sz="2000" b="1" dirty="0">
              <a:solidFill>
                <a:srgbClr val="7030A0"/>
              </a:solidFill>
              <a:latin typeface="Public Sans" panose="020B0604020202020204" charset="0"/>
            </a:endParaRPr>
          </a:p>
          <a:p>
            <a:pPr marL="285750" marR="0" lvl="0" indent="-285750" algn="just" rtl="0">
              <a:lnSpc>
                <a:spcPct val="200000"/>
              </a:lnSpc>
              <a:spcBef>
                <a:spcPts val="0"/>
              </a:spcBef>
              <a:spcAft>
                <a:spcPts val="0"/>
              </a:spcAft>
              <a:buClr>
                <a:srgbClr val="000000"/>
              </a:buClr>
              <a:buSzPts val="1600"/>
              <a:buFont typeface="Arial"/>
              <a:buChar char="•"/>
            </a:pPr>
            <a:r>
              <a:rPr lang="en-US" sz="1600" b="0" i="0" u="none" strike="noStrike" cap="none" dirty="0" err="1">
                <a:solidFill>
                  <a:srgbClr val="7030A0"/>
                </a:solidFill>
                <a:latin typeface="Public Sans" panose="020B0604020202020204" charset="0"/>
                <a:sym typeface="Arial"/>
              </a:rPr>
              <a:t>Captura</a:t>
            </a:r>
            <a:r>
              <a:rPr lang="en-US" sz="1600" b="0" i="0" u="none" strike="noStrike" cap="none" dirty="0">
                <a:solidFill>
                  <a:srgbClr val="7030A0"/>
                </a:solidFill>
                <a:latin typeface="Public Sans" panose="020B0604020202020204" charset="0"/>
                <a:sym typeface="Arial"/>
              </a:rPr>
              <a:t> de </a:t>
            </a:r>
            <a:r>
              <a:rPr lang="en-US" sz="1600" b="0" i="0" u="none" strike="noStrike" cap="none" dirty="0" err="1">
                <a:solidFill>
                  <a:srgbClr val="7030A0"/>
                </a:solidFill>
                <a:latin typeface="Public Sans" panose="020B0604020202020204" charset="0"/>
                <a:sym typeface="Arial"/>
              </a:rPr>
              <a:t>mensajes</a:t>
            </a:r>
            <a:r>
              <a:rPr lang="en-US" sz="1600" b="0" i="0" u="none" strike="noStrike" cap="none" dirty="0">
                <a:solidFill>
                  <a:srgbClr val="7030A0"/>
                </a:solidFill>
                <a:latin typeface="Public Sans" panose="020B0604020202020204" charset="0"/>
                <a:sym typeface="Arial"/>
              </a:rPr>
              <a:t> de </a:t>
            </a:r>
            <a:r>
              <a:rPr lang="en-US" sz="1600" b="0" i="0" u="none" strike="noStrike" cap="none" dirty="0" err="1">
                <a:solidFill>
                  <a:srgbClr val="7030A0"/>
                </a:solidFill>
                <a:latin typeface="Public Sans" panose="020B0604020202020204" charset="0"/>
                <a:sym typeface="Arial"/>
              </a:rPr>
              <a:t>transmisión</a:t>
            </a:r>
            <a:r>
              <a:rPr lang="en-US" sz="1600" b="0" i="0" u="none" strike="noStrike" cap="none" dirty="0">
                <a:solidFill>
                  <a:srgbClr val="7030A0"/>
                </a:solidFill>
                <a:latin typeface="Public Sans" panose="020B0604020202020204" charset="0"/>
                <a:sym typeface="Arial"/>
              </a:rPr>
              <a:t> de plataformas de streaming.</a:t>
            </a:r>
            <a:endParaRPr dirty="0">
              <a:solidFill>
                <a:srgbClr val="7030A0"/>
              </a:solidFill>
              <a:latin typeface="Public Sans" panose="020B0604020202020204" charset="0"/>
            </a:endParaRPr>
          </a:p>
          <a:p>
            <a:pPr marL="285750" marR="0" lvl="0" indent="-285750" algn="just" rtl="0">
              <a:lnSpc>
                <a:spcPct val="200000"/>
              </a:lnSpc>
              <a:spcBef>
                <a:spcPts val="0"/>
              </a:spcBef>
              <a:spcAft>
                <a:spcPts val="0"/>
              </a:spcAft>
              <a:buClr>
                <a:srgbClr val="000000"/>
              </a:buClr>
              <a:buSzPts val="1600"/>
              <a:buFont typeface="Arial"/>
              <a:buChar char="•"/>
            </a:pPr>
            <a:r>
              <a:rPr lang="en-US" sz="1600" b="0" i="0" u="none" strike="noStrike" cap="none" dirty="0">
                <a:solidFill>
                  <a:srgbClr val="7030A0"/>
                </a:solidFill>
                <a:latin typeface="Public Sans" panose="020B0604020202020204" charset="0"/>
                <a:sym typeface="Arial"/>
              </a:rPr>
              <a:t>Genera </a:t>
            </a:r>
            <a:r>
              <a:rPr lang="en-US" sz="1600" b="0" i="0" u="none" strike="noStrike" cap="none" dirty="0" err="1">
                <a:solidFill>
                  <a:srgbClr val="7030A0"/>
                </a:solidFill>
                <a:latin typeface="Public Sans" panose="020B0604020202020204" charset="0"/>
                <a:sym typeface="Arial"/>
              </a:rPr>
              <a:t>respuestas</a:t>
            </a:r>
            <a:r>
              <a:rPr lang="en-US" sz="1600" b="0" i="0" u="none" strike="noStrike" cap="none" dirty="0">
                <a:solidFill>
                  <a:srgbClr val="7030A0"/>
                </a:solidFill>
                <a:latin typeface="Public Sans" panose="020B0604020202020204" charset="0"/>
                <a:sym typeface="Arial"/>
              </a:rPr>
              <a:t> en base al </a:t>
            </a:r>
            <a:r>
              <a:rPr lang="en-US" sz="1600" b="0" i="0" u="none" strike="noStrike" cap="none" dirty="0" err="1">
                <a:solidFill>
                  <a:srgbClr val="7030A0"/>
                </a:solidFill>
                <a:latin typeface="Public Sans" panose="020B0604020202020204" charset="0"/>
                <a:sym typeface="Arial"/>
              </a:rPr>
              <a:t>mensaje</a:t>
            </a:r>
            <a:r>
              <a:rPr lang="en-US" sz="1600" b="0" i="0" u="none" strike="noStrike" cap="none" dirty="0">
                <a:solidFill>
                  <a:srgbClr val="7030A0"/>
                </a:solidFill>
                <a:latin typeface="Public Sans" panose="020B0604020202020204" charset="0"/>
                <a:sym typeface="Arial"/>
              </a:rPr>
              <a:t> </a:t>
            </a:r>
            <a:r>
              <a:rPr lang="en-US" sz="1600" b="0" i="0" u="none" strike="noStrike" cap="none" dirty="0" err="1">
                <a:solidFill>
                  <a:srgbClr val="7030A0"/>
                </a:solidFill>
                <a:latin typeface="Public Sans" panose="020B0604020202020204" charset="0"/>
                <a:sym typeface="Arial"/>
              </a:rPr>
              <a:t>utilizando</a:t>
            </a:r>
            <a:r>
              <a:rPr lang="en-US" sz="1600" b="0" i="0" u="none" strike="noStrike" cap="none" dirty="0">
                <a:solidFill>
                  <a:srgbClr val="7030A0"/>
                </a:solidFill>
                <a:latin typeface="Public Sans" panose="020B0604020202020204" charset="0"/>
                <a:sym typeface="Arial"/>
              </a:rPr>
              <a:t> </a:t>
            </a:r>
            <a:r>
              <a:rPr lang="en-US" sz="1600" b="0" i="0" u="none" strike="noStrike" cap="none" dirty="0" err="1">
                <a:solidFill>
                  <a:srgbClr val="7030A0"/>
                </a:solidFill>
                <a:latin typeface="Public Sans" panose="020B0604020202020204" charset="0"/>
                <a:sym typeface="Arial"/>
              </a:rPr>
              <a:t>modelo</a:t>
            </a:r>
            <a:r>
              <a:rPr lang="en-US" sz="1600" b="0" i="0" u="none" strike="noStrike" cap="none" dirty="0">
                <a:solidFill>
                  <a:srgbClr val="7030A0"/>
                </a:solidFill>
                <a:latin typeface="Public Sans" panose="020B0604020202020204" charset="0"/>
                <a:sym typeface="Arial"/>
              </a:rPr>
              <a:t> de </a:t>
            </a:r>
            <a:r>
              <a:rPr lang="en-US" sz="1600" b="0" i="0" u="none" strike="noStrike" cap="none" dirty="0" err="1">
                <a:solidFill>
                  <a:srgbClr val="7030A0"/>
                </a:solidFill>
                <a:latin typeface="Public Sans" panose="020B0604020202020204" charset="0"/>
                <a:sym typeface="Arial"/>
              </a:rPr>
              <a:t>inteligencia</a:t>
            </a:r>
            <a:r>
              <a:rPr lang="en-US" sz="1600" b="0" i="0" u="none" strike="noStrike" cap="none" dirty="0">
                <a:solidFill>
                  <a:srgbClr val="7030A0"/>
                </a:solidFill>
                <a:latin typeface="Public Sans" panose="020B0604020202020204" charset="0"/>
                <a:sym typeface="Arial"/>
              </a:rPr>
              <a:t> artificial.</a:t>
            </a:r>
            <a:endParaRPr dirty="0">
              <a:solidFill>
                <a:srgbClr val="7030A0"/>
              </a:solidFill>
              <a:latin typeface="Public Sans" panose="020B0604020202020204" charset="0"/>
            </a:endParaRPr>
          </a:p>
          <a:p>
            <a:pPr marL="285750" marR="0" lvl="0" indent="-285750" algn="just" rtl="0">
              <a:lnSpc>
                <a:spcPct val="200000"/>
              </a:lnSpc>
              <a:spcBef>
                <a:spcPts val="0"/>
              </a:spcBef>
              <a:spcAft>
                <a:spcPts val="0"/>
              </a:spcAft>
              <a:buClr>
                <a:srgbClr val="000000"/>
              </a:buClr>
              <a:buSzPts val="1600"/>
              <a:buFont typeface="Arial"/>
              <a:buChar char="•"/>
            </a:pPr>
            <a:r>
              <a:rPr lang="en-US" sz="1600" b="0" i="0" u="none" strike="noStrike" cap="none" dirty="0" err="1">
                <a:solidFill>
                  <a:srgbClr val="7030A0"/>
                </a:solidFill>
                <a:latin typeface="Public Sans" panose="020B0604020202020204" charset="0"/>
                <a:sym typeface="Arial"/>
              </a:rPr>
              <a:t>Conversión</a:t>
            </a:r>
            <a:r>
              <a:rPr lang="en-US" sz="1600" b="0" i="0" u="none" strike="noStrike" cap="none" dirty="0">
                <a:solidFill>
                  <a:srgbClr val="7030A0"/>
                </a:solidFill>
                <a:latin typeface="Public Sans" panose="020B0604020202020204" charset="0"/>
                <a:sym typeface="Arial"/>
              </a:rPr>
              <a:t> de </a:t>
            </a:r>
            <a:r>
              <a:rPr lang="en-US" sz="1600" b="0" i="0" u="none" strike="noStrike" cap="none" dirty="0" err="1">
                <a:solidFill>
                  <a:srgbClr val="7030A0"/>
                </a:solidFill>
                <a:latin typeface="Public Sans" panose="020B0604020202020204" charset="0"/>
                <a:sym typeface="Arial"/>
              </a:rPr>
              <a:t>respuesta</a:t>
            </a:r>
            <a:r>
              <a:rPr lang="en-US" sz="1600" b="0" i="0" u="none" strike="noStrike" cap="none" dirty="0">
                <a:solidFill>
                  <a:srgbClr val="7030A0"/>
                </a:solidFill>
                <a:latin typeface="Public Sans" panose="020B0604020202020204" charset="0"/>
                <a:sym typeface="Arial"/>
              </a:rPr>
              <a:t> a </a:t>
            </a:r>
            <a:r>
              <a:rPr lang="en-US" sz="1600" b="0" i="0" u="none" strike="noStrike" cap="none" dirty="0" err="1">
                <a:solidFill>
                  <a:srgbClr val="7030A0"/>
                </a:solidFill>
                <a:latin typeface="Public Sans" panose="020B0604020202020204" charset="0"/>
                <a:sym typeface="Arial"/>
              </a:rPr>
              <a:t>voz</a:t>
            </a:r>
            <a:r>
              <a:rPr lang="en-US" sz="1600" b="0" i="0" u="none" strike="noStrike" cap="none" dirty="0">
                <a:solidFill>
                  <a:srgbClr val="7030A0"/>
                </a:solidFill>
                <a:latin typeface="Public Sans" panose="020B0604020202020204" charset="0"/>
                <a:sym typeface="Arial"/>
              </a:rPr>
              <a:t> </a:t>
            </a:r>
            <a:r>
              <a:rPr lang="en-US" sz="1600" b="0" i="0" u="none" strike="noStrike" cap="none" dirty="0" err="1">
                <a:solidFill>
                  <a:srgbClr val="7030A0"/>
                </a:solidFill>
                <a:latin typeface="Public Sans" panose="020B0604020202020204" charset="0"/>
                <a:sym typeface="Arial"/>
              </a:rPr>
              <a:t>mediante</a:t>
            </a:r>
            <a:r>
              <a:rPr lang="en-US" sz="1600" b="0" i="0" u="none" strike="noStrike" cap="none" dirty="0">
                <a:solidFill>
                  <a:srgbClr val="7030A0"/>
                </a:solidFill>
                <a:latin typeface="Public Sans" panose="020B0604020202020204" charset="0"/>
                <a:sym typeface="Arial"/>
              </a:rPr>
              <a:t> una </a:t>
            </a:r>
            <a:r>
              <a:rPr lang="en-US" sz="1600" b="0" i="0" u="none" strike="noStrike" cap="none" dirty="0" err="1">
                <a:solidFill>
                  <a:srgbClr val="7030A0"/>
                </a:solidFill>
                <a:latin typeface="Public Sans" panose="020B0604020202020204" charset="0"/>
                <a:sym typeface="Arial"/>
              </a:rPr>
              <a:t>aplicación</a:t>
            </a:r>
            <a:r>
              <a:rPr lang="en-US" sz="1600" b="0" i="0" u="none" strike="noStrike" cap="none" dirty="0">
                <a:solidFill>
                  <a:srgbClr val="7030A0"/>
                </a:solidFill>
                <a:latin typeface="Public Sans" panose="020B0604020202020204" charset="0"/>
                <a:sym typeface="Arial"/>
              </a:rPr>
              <a:t> TTS.</a:t>
            </a:r>
            <a:endParaRPr dirty="0">
              <a:solidFill>
                <a:srgbClr val="7030A0"/>
              </a:solidFill>
              <a:latin typeface="Public Sans" panose="020B0604020202020204" charset="0"/>
            </a:endParaRPr>
          </a:p>
          <a:p>
            <a:pPr marL="285750" marR="0" lvl="0" indent="-285750" algn="just" rtl="0">
              <a:lnSpc>
                <a:spcPct val="200000"/>
              </a:lnSpc>
              <a:spcBef>
                <a:spcPts val="0"/>
              </a:spcBef>
              <a:spcAft>
                <a:spcPts val="0"/>
              </a:spcAft>
              <a:buClr>
                <a:srgbClr val="000000"/>
              </a:buClr>
              <a:buSzPts val="1600"/>
              <a:buFont typeface="Arial"/>
              <a:buChar char="•"/>
            </a:pPr>
            <a:r>
              <a:rPr lang="en-US" sz="1600" b="0" i="0" u="none" strike="noStrike" cap="none" dirty="0" err="1">
                <a:solidFill>
                  <a:srgbClr val="7030A0"/>
                </a:solidFill>
                <a:latin typeface="Public Sans" panose="020B0604020202020204" charset="0"/>
                <a:sym typeface="Arial"/>
              </a:rPr>
              <a:t>Integración</a:t>
            </a:r>
            <a:r>
              <a:rPr lang="en-US" sz="1600" b="0" i="0" u="none" strike="noStrike" cap="none" dirty="0">
                <a:solidFill>
                  <a:srgbClr val="7030A0"/>
                </a:solidFill>
                <a:latin typeface="Public Sans" panose="020B0604020202020204" charset="0"/>
                <a:sym typeface="Arial"/>
              </a:rPr>
              <a:t> de </a:t>
            </a:r>
            <a:r>
              <a:rPr lang="en-US" sz="1600" b="0" i="0" u="none" strike="noStrike" cap="none" dirty="0" err="1">
                <a:solidFill>
                  <a:srgbClr val="7030A0"/>
                </a:solidFill>
                <a:latin typeface="Public Sans" panose="020B0604020202020204" charset="0"/>
                <a:sym typeface="Arial"/>
              </a:rPr>
              <a:t>mensaje</a:t>
            </a:r>
            <a:r>
              <a:rPr lang="en-US" sz="1600" b="0" i="0" u="none" strike="noStrike" cap="none" dirty="0">
                <a:solidFill>
                  <a:srgbClr val="7030A0"/>
                </a:solidFill>
                <a:latin typeface="Public Sans" panose="020B0604020202020204" charset="0"/>
                <a:sym typeface="Arial"/>
              </a:rPr>
              <a:t> TTS con </a:t>
            </a:r>
            <a:r>
              <a:rPr lang="en-US" sz="1600" b="0" i="0" u="none" strike="noStrike" cap="none" dirty="0" err="1">
                <a:solidFill>
                  <a:srgbClr val="7030A0"/>
                </a:solidFill>
                <a:latin typeface="Public Sans" panose="020B0604020202020204" charset="0"/>
                <a:sym typeface="Arial"/>
              </a:rPr>
              <a:t>personaje</a:t>
            </a:r>
            <a:r>
              <a:rPr lang="en-US" sz="1600" b="0" i="0" u="none" strike="noStrike" cap="none" dirty="0">
                <a:solidFill>
                  <a:srgbClr val="7030A0"/>
                </a:solidFill>
                <a:latin typeface="Public Sans" panose="020B0604020202020204" charset="0"/>
                <a:sym typeface="Arial"/>
              </a:rPr>
              <a:t> virtual e </a:t>
            </a:r>
            <a:r>
              <a:rPr lang="en-US" sz="1600" b="0" i="0" u="none" strike="noStrike" cap="none" dirty="0" err="1">
                <a:solidFill>
                  <a:srgbClr val="7030A0"/>
                </a:solidFill>
                <a:latin typeface="Public Sans" panose="020B0604020202020204" charset="0"/>
                <a:sym typeface="Arial"/>
              </a:rPr>
              <a:t>interactivo</a:t>
            </a:r>
            <a:r>
              <a:rPr lang="en-US" sz="1600" b="0" i="0" u="none" strike="noStrike" cap="none" dirty="0">
                <a:solidFill>
                  <a:srgbClr val="7030A0"/>
                </a:solidFill>
                <a:latin typeface="Public Sans" panose="020B0604020202020204" charset="0"/>
                <a:sym typeface="Arial"/>
              </a:rPr>
              <a:t>.</a:t>
            </a:r>
            <a:endParaRPr dirty="0">
              <a:solidFill>
                <a:srgbClr val="7030A0"/>
              </a:solidFill>
              <a:latin typeface="Public Sans" panose="020B0604020202020204" charset="0"/>
            </a:endParaRPr>
          </a:p>
          <a:p>
            <a:pPr marL="285750" marR="0" lvl="0" indent="-285750" algn="just" rtl="0">
              <a:lnSpc>
                <a:spcPct val="200000"/>
              </a:lnSpc>
              <a:spcBef>
                <a:spcPts val="0"/>
              </a:spcBef>
              <a:spcAft>
                <a:spcPts val="0"/>
              </a:spcAft>
              <a:buClr>
                <a:srgbClr val="000000"/>
              </a:buClr>
              <a:buSzPts val="1600"/>
              <a:buFont typeface="Arial"/>
              <a:buChar char="•"/>
            </a:pPr>
            <a:r>
              <a:rPr lang="en-US" sz="1600" b="0" i="0" u="none" strike="noStrike" cap="none" dirty="0" err="1">
                <a:solidFill>
                  <a:srgbClr val="7030A0"/>
                </a:solidFill>
                <a:latin typeface="Public Sans" panose="020B0604020202020204" charset="0"/>
                <a:sym typeface="Arial"/>
              </a:rPr>
              <a:t>Almacenamiento</a:t>
            </a:r>
            <a:r>
              <a:rPr lang="en-US" sz="1600" b="0" i="0" u="none" strike="noStrike" cap="none" dirty="0">
                <a:solidFill>
                  <a:srgbClr val="7030A0"/>
                </a:solidFill>
                <a:latin typeface="Public Sans" panose="020B0604020202020204" charset="0"/>
                <a:sym typeface="Arial"/>
              </a:rPr>
              <a:t> de </a:t>
            </a:r>
            <a:r>
              <a:rPr lang="en-US" sz="1600" b="0" i="0" u="none" strike="noStrike" cap="none" dirty="0" err="1">
                <a:solidFill>
                  <a:srgbClr val="7030A0"/>
                </a:solidFill>
                <a:latin typeface="Public Sans" panose="020B0604020202020204" charset="0"/>
                <a:sym typeface="Arial"/>
              </a:rPr>
              <a:t>mensajes</a:t>
            </a:r>
            <a:r>
              <a:rPr lang="en-US" sz="1600" b="0" i="0" u="none" strike="noStrike" cap="none" dirty="0">
                <a:solidFill>
                  <a:srgbClr val="7030A0"/>
                </a:solidFill>
                <a:latin typeface="Public Sans" panose="020B0604020202020204" charset="0"/>
                <a:sym typeface="Arial"/>
              </a:rPr>
              <a:t> para </a:t>
            </a:r>
            <a:r>
              <a:rPr lang="en-US" sz="1600" b="0" i="0" u="none" strike="noStrike" cap="none" dirty="0" err="1">
                <a:solidFill>
                  <a:srgbClr val="7030A0"/>
                </a:solidFill>
                <a:latin typeface="Public Sans" panose="020B0604020202020204" charset="0"/>
                <a:sym typeface="Arial"/>
              </a:rPr>
              <a:t>futuras</a:t>
            </a:r>
            <a:r>
              <a:rPr lang="en-US" sz="1600" b="0" i="0" u="none" strike="noStrike" cap="none" dirty="0">
                <a:solidFill>
                  <a:srgbClr val="7030A0"/>
                </a:solidFill>
                <a:latin typeface="Public Sans" panose="020B0604020202020204" charset="0"/>
                <a:sym typeface="Arial"/>
              </a:rPr>
              <a:t> </a:t>
            </a:r>
            <a:r>
              <a:rPr lang="en-US" sz="1600" b="0" i="0" u="none" strike="noStrike" cap="none" dirty="0" err="1">
                <a:solidFill>
                  <a:srgbClr val="7030A0"/>
                </a:solidFill>
                <a:latin typeface="Public Sans" panose="020B0604020202020204" charset="0"/>
                <a:sym typeface="Arial"/>
              </a:rPr>
              <a:t>interacciones</a:t>
            </a:r>
            <a:r>
              <a:rPr lang="en-US" sz="1600" b="0" i="0" u="none" strike="noStrike" cap="none" dirty="0">
                <a:solidFill>
                  <a:srgbClr val="7030A0"/>
                </a:solidFill>
                <a:latin typeface="Public Sans" panose="020B0604020202020204" charset="0"/>
                <a:sym typeface="Arial"/>
              </a:rPr>
              <a:t>.</a:t>
            </a:r>
            <a:endParaRPr dirty="0">
              <a:solidFill>
                <a:srgbClr val="7030A0"/>
              </a:solidFill>
              <a:latin typeface="Public Sans" panose="020B0604020202020204" charset="0"/>
            </a:endParaRPr>
          </a:p>
          <a:p>
            <a:pPr marL="285750" marR="0" lvl="0" indent="-184150" algn="just" rtl="0">
              <a:lnSpc>
                <a:spcPct val="140000"/>
              </a:lnSpc>
              <a:spcBef>
                <a:spcPts val="0"/>
              </a:spcBef>
              <a:spcAft>
                <a:spcPts val="0"/>
              </a:spcAft>
              <a:buClr>
                <a:srgbClr val="000000"/>
              </a:buClr>
              <a:buSzPts val="1600"/>
              <a:buFont typeface="Arial"/>
              <a:buNone/>
            </a:pPr>
            <a:endParaRPr sz="1600" b="0" i="0" u="none" strike="noStrike" cap="none" dirty="0">
              <a:solidFill>
                <a:srgbClr val="000000"/>
              </a:solidFill>
              <a:latin typeface="Arial"/>
              <a:ea typeface="Arial"/>
              <a:cs typeface="Arial"/>
              <a:sym typeface="Arial"/>
            </a:endParaRPr>
          </a:p>
          <a:p>
            <a:pPr marL="285750" marR="0" lvl="0" indent="-196850" algn="just" rtl="0">
              <a:lnSpc>
                <a:spcPct val="14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48" name="Google Shape;148;p25"/>
          <p:cNvSpPr txBox="1"/>
          <p:nvPr/>
        </p:nvSpPr>
        <p:spPr>
          <a:xfrm>
            <a:off x="8333440" y="1721856"/>
            <a:ext cx="7720019" cy="1263872"/>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399"/>
              <a:buFont typeface="Arial"/>
              <a:buNone/>
            </a:pPr>
            <a:r>
              <a:rPr lang="en-US" sz="7399" b="1" i="0" u="none" strike="noStrike" cap="none">
                <a:solidFill>
                  <a:srgbClr val="311581"/>
                </a:solidFill>
                <a:latin typeface="Public Sans"/>
                <a:ea typeface="Public Sans"/>
                <a:cs typeface="Public Sans"/>
                <a:sym typeface="Public Sans"/>
              </a:rPr>
              <a:t> Funcionalidades</a:t>
            </a:r>
            <a:endParaRPr sz="1400" b="0" i="0" u="none" strike="noStrike" cap="none">
              <a:solidFill>
                <a:srgbClr val="000000"/>
              </a:solidFill>
              <a:latin typeface="Arial"/>
              <a:ea typeface="Arial"/>
              <a:cs typeface="Arial"/>
              <a:sym typeface="Arial"/>
            </a:endParaRPr>
          </a:p>
        </p:txBody>
      </p:sp>
      <p:sp>
        <p:nvSpPr>
          <p:cNvPr id="149" name="Google Shape;149;p25"/>
          <p:cNvSpPr txBox="1"/>
          <p:nvPr/>
        </p:nvSpPr>
        <p:spPr>
          <a:xfrm>
            <a:off x="12865635" y="3699873"/>
            <a:ext cx="4575199" cy="5700022"/>
          </a:xfrm>
          <a:prstGeom prst="rect">
            <a:avLst/>
          </a:prstGeom>
          <a:noFill/>
          <a:ln>
            <a:noFill/>
          </a:ln>
        </p:spPr>
        <p:txBody>
          <a:bodyPr spcFirstLastPara="1" wrap="square" lIns="0" tIns="0" rIns="0" bIns="0" anchor="t" anchorCtr="0">
            <a:spAutoFit/>
          </a:bodyPr>
          <a:lstStyle/>
          <a:p>
            <a:pPr marL="0" marR="0" lvl="0" indent="0" algn="just" rtl="0">
              <a:lnSpc>
                <a:spcPct val="200000"/>
              </a:lnSpc>
              <a:spcBef>
                <a:spcPts val="0"/>
              </a:spcBef>
              <a:spcAft>
                <a:spcPts val="0"/>
              </a:spcAft>
              <a:buClr>
                <a:srgbClr val="000000"/>
              </a:buClr>
              <a:buSzPts val="1400"/>
              <a:buFont typeface="Arial"/>
              <a:buNone/>
            </a:pPr>
            <a:r>
              <a:rPr lang="en-US" sz="2000" b="1" i="0" u="none" strike="noStrike" cap="none" dirty="0">
                <a:solidFill>
                  <a:srgbClr val="7030A0"/>
                </a:solidFill>
                <a:latin typeface="Public Sans" panose="020B0604020202020204" charset="0"/>
                <a:sym typeface="Arial"/>
              </a:rPr>
              <a:t>Que no </a:t>
            </a:r>
            <a:r>
              <a:rPr lang="en-US" sz="2000" b="1" i="0" u="none" strike="noStrike" cap="none" dirty="0" err="1">
                <a:solidFill>
                  <a:srgbClr val="7030A0"/>
                </a:solidFill>
                <a:latin typeface="Public Sans" panose="020B0604020202020204" charset="0"/>
                <a:sym typeface="Arial"/>
              </a:rPr>
              <a:t>Hace</a:t>
            </a:r>
            <a:r>
              <a:rPr lang="en-US" sz="2000" b="1" i="0" u="none" strike="noStrike" cap="none" dirty="0">
                <a:solidFill>
                  <a:srgbClr val="7030A0"/>
                </a:solidFill>
                <a:latin typeface="Public Sans" panose="020B0604020202020204" charset="0"/>
                <a:sym typeface="Arial"/>
              </a:rPr>
              <a:t>:</a:t>
            </a:r>
            <a:endParaRPr sz="2000" b="1" dirty="0">
              <a:solidFill>
                <a:srgbClr val="7030A0"/>
              </a:solidFill>
              <a:latin typeface="Public Sans" panose="020B0604020202020204" charset="0"/>
            </a:endParaRPr>
          </a:p>
          <a:p>
            <a:pPr marL="285750" marR="0" lvl="0" indent="-285750" algn="just" rtl="0">
              <a:lnSpc>
                <a:spcPct val="200000"/>
              </a:lnSpc>
              <a:spcBef>
                <a:spcPts val="0"/>
              </a:spcBef>
              <a:spcAft>
                <a:spcPts val="0"/>
              </a:spcAft>
              <a:buClr>
                <a:srgbClr val="000000"/>
              </a:buClr>
              <a:buSzPts val="1400"/>
              <a:buFont typeface="Arial"/>
              <a:buChar char="•"/>
            </a:pPr>
            <a:r>
              <a:rPr lang="en-US" sz="1600" b="0" i="0" u="none" strike="noStrike" cap="none" dirty="0" err="1">
                <a:solidFill>
                  <a:srgbClr val="7030A0"/>
                </a:solidFill>
                <a:latin typeface="Public Sans" panose="020B0604020202020204" charset="0"/>
                <a:sym typeface="Arial"/>
              </a:rPr>
              <a:t>Personalizar</a:t>
            </a:r>
            <a:r>
              <a:rPr lang="en-US" sz="1600" b="0" i="0" u="none" strike="noStrike" cap="none" dirty="0">
                <a:solidFill>
                  <a:srgbClr val="7030A0"/>
                </a:solidFill>
                <a:latin typeface="Public Sans" panose="020B0604020202020204" charset="0"/>
                <a:sym typeface="Arial"/>
              </a:rPr>
              <a:t> </a:t>
            </a:r>
            <a:r>
              <a:rPr lang="en-US" sz="1600" b="0" i="0" u="none" strike="noStrike" cap="none" dirty="0" err="1">
                <a:solidFill>
                  <a:srgbClr val="7030A0"/>
                </a:solidFill>
                <a:latin typeface="Public Sans" panose="020B0604020202020204" charset="0"/>
                <a:sym typeface="Arial"/>
              </a:rPr>
              <a:t>personajes</a:t>
            </a:r>
            <a:r>
              <a:rPr lang="en-US" sz="1600" b="0" i="0" u="none" strike="noStrike" cap="none" dirty="0">
                <a:solidFill>
                  <a:srgbClr val="7030A0"/>
                </a:solidFill>
                <a:latin typeface="Public Sans" panose="020B0604020202020204" charset="0"/>
                <a:sym typeface="Arial"/>
              </a:rPr>
              <a:t> </a:t>
            </a:r>
            <a:r>
              <a:rPr lang="en-US" sz="1600" b="0" i="0" u="none" strike="noStrike" cap="none" dirty="0" err="1">
                <a:solidFill>
                  <a:srgbClr val="7030A0"/>
                </a:solidFill>
                <a:latin typeface="Public Sans" panose="020B0604020202020204" charset="0"/>
                <a:sym typeface="Arial"/>
              </a:rPr>
              <a:t>virtuales</a:t>
            </a:r>
            <a:r>
              <a:rPr lang="en-US" sz="1600" b="0" i="0" u="none" strike="noStrike" cap="none" dirty="0" smtClean="0">
                <a:solidFill>
                  <a:srgbClr val="7030A0"/>
                </a:solidFill>
                <a:latin typeface="Public Sans" panose="020B0604020202020204" charset="0"/>
                <a:sym typeface="Arial"/>
              </a:rPr>
              <a:t>.</a:t>
            </a:r>
          </a:p>
          <a:p>
            <a:pPr marL="285750" lvl="0" indent="-285750" algn="just">
              <a:lnSpc>
                <a:spcPct val="200000"/>
              </a:lnSpc>
              <a:buSzPts val="1400"/>
              <a:buFont typeface="Arial"/>
              <a:buChar char="•"/>
            </a:pPr>
            <a:r>
              <a:rPr lang="en-US" sz="1600" dirty="0">
                <a:solidFill>
                  <a:srgbClr val="7030A0"/>
                </a:solidFill>
                <a:latin typeface="Public Sans" panose="020B0604020202020204" charset="0"/>
              </a:rPr>
              <a:t>No </a:t>
            </a:r>
            <a:r>
              <a:rPr lang="en-US" sz="1600" dirty="0" err="1">
                <a:solidFill>
                  <a:srgbClr val="7030A0"/>
                </a:solidFill>
                <a:latin typeface="Public Sans" panose="020B0604020202020204" charset="0"/>
              </a:rPr>
              <a:t>contempla</a:t>
            </a:r>
            <a:r>
              <a:rPr lang="en-US" sz="1600" dirty="0">
                <a:solidFill>
                  <a:srgbClr val="7030A0"/>
                </a:solidFill>
                <a:latin typeface="Public Sans" panose="020B0604020202020204" charset="0"/>
              </a:rPr>
              <a:t> </a:t>
            </a:r>
            <a:r>
              <a:rPr lang="en-US" sz="1600" dirty="0" err="1">
                <a:solidFill>
                  <a:srgbClr val="7030A0"/>
                </a:solidFill>
                <a:latin typeface="Public Sans" panose="020B0604020202020204" charset="0"/>
              </a:rPr>
              <a:t>analítica</a:t>
            </a:r>
            <a:r>
              <a:rPr lang="en-US" sz="1600" dirty="0">
                <a:solidFill>
                  <a:srgbClr val="7030A0"/>
                </a:solidFill>
                <a:latin typeface="Public Sans" panose="020B0604020202020204" charset="0"/>
              </a:rPr>
              <a:t> </a:t>
            </a:r>
            <a:r>
              <a:rPr lang="en-US" sz="1600" dirty="0" err="1">
                <a:solidFill>
                  <a:srgbClr val="7030A0"/>
                </a:solidFill>
                <a:latin typeface="Public Sans" panose="020B0604020202020204" charset="0"/>
              </a:rPr>
              <a:t>avanzada</a:t>
            </a:r>
            <a:r>
              <a:rPr lang="en-US" sz="1600" dirty="0">
                <a:solidFill>
                  <a:srgbClr val="7030A0"/>
                </a:solidFill>
                <a:latin typeface="Public Sans" panose="020B0604020202020204" charset="0"/>
              </a:rPr>
              <a:t> de </a:t>
            </a:r>
            <a:r>
              <a:rPr lang="en-US" sz="1600" dirty="0" err="1" smtClean="0">
                <a:solidFill>
                  <a:srgbClr val="7030A0"/>
                </a:solidFill>
                <a:latin typeface="Public Sans" panose="020B0604020202020204" charset="0"/>
              </a:rPr>
              <a:t>audiencia</a:t>
            </a:r>
            <a:r>
              <a:rPr lang="en-US" sz="1600" dirty="0" smtClean="0">
                <a:solidFill>
                  <a:srgbClr val="7030A0"/>
                </a:solidFill>
                <a:latin typeface="Public Sans" panose="020B0604020202020204" charset="0"/>
              </a:rPr>
              <a:t>.</a:t>
            </a:r>
          </a:p>
          <a:p>
            <a:pPr marL="285750" lvl="0" indent="-285750" algn="just">
              <a:lnSpc>
                <a:spcPct val="200000"/>
              </a:lnSpc>
              <a:buSzPts val="1400"/>
              <a:buFont typeface="Arial"/>
              <a:buChar char="•"/>
            </a:pPr>
            <a:r>
              <a:rPr lang="es-ES" sz="1600" dirty="0">
                <a:solidFill>
                  <a:srgbClr val="7030A0"/>
                </a:solidFill>
                <a:latin typeface="Public Sans" panose="020B0604020202020204" charset="0"/>
              </a:rPr>
              <a:t>No permite personalización de voz o avatar desde </a:t>
            </a:r>
            <a:r>
              <a:rPr lang="es-ES" sz="1600" dirty="0" smtClean="0">
                <a:solidFill>
                  <a:srgbClr val="7030A0"/>
                </a:solidFill>
                <a:latin typeface="Public Sans" panose="020B0604020202020204" charset="0"/>
              </a:rPr>
              <a:t>cero.</a:t>
            </a:r>
          </a:p>
          <a:p>
            <a:pPr marL="285750" lvl="0" indent="-285750" algn="just">
              <a:lnSpc>
                <a:spcPct val="200000"/>
              </a:lnSpc>
              <a:buSzPts val="1400"/>
              <a:buFont typeface="Arial"/>
              <a:buChar char="•"/>
            </a:pPr>
            <a:r>
              <a:rPr lang="en-US" sz="1600" dirty="0">
                <a:solidFill>
                  <a:srgbClr val="7030A0"/>
                </a:solidFill>
                <a:latin typeface="Public Sans" panose="020B0604020202020204" charset="0"/>
              </a:rPr>
              <a:t>No </a:t>
            </a:r>
            <a:r>
              <a:rPr lang="en-US" sz="1600" dirty="0" err="1">
                <a:solidFill>
                  <a:srgbClr val="7030A0"/>
                </a:solidFill>
                <a:latin typeface="Public Sans" panose="020B0604020202020204" charset="0"/>
              </a:rPr>
              <a:t>gestiona</a:t>
            </a:r>
            <a:r>
              <a:rPr lang="en-US" sz="1600" dirty="0">
                <a:solidFill>
                  <a:srgbClr val="7030A0"/>
                </a:solidFill>
                <a:latin typeface="Public Sans" panose="020B0604020202020204" charset="0"/>
              </a:rPr>
              <a:t> </a:t>
            </a:r>
            <a:r>
              <a:rPr lang="en-US" sz="1600" dirty="0" smtClean="0">
                <a:solidFill>
                  <a:srgbClr val="7030A0"/>
                </a:solidFill>
                <a:latin typeface="Public Sans" panose="020B0604020202020204" charset="0"/>
              </a:rPr>
              <a:t>multiples </a:t>
            </a:r>
            <a:r>
              <a:rPr lang="en-US" sz="1600" dirty="0">
                <a:solidFill>
                  <a:srgbClr val="7030A0"/>
                </a:solidFill>
                <a:latin typeface="Public Sans" panose="020B0604020202020204" charset="0"/>
              </a:rPr>
              <a:t>plataformas de streaming</a:t>
            </a:r>
            <a:endParaRPr sz="1600" dirty="0">
              <a:solidFill>
                <a:srgbClr val="7030A0"/>
              </a:solidFill>
              <a:latin typeface="Public Sans" panose="020B0604020202020204" charset="0"/>
            </a:endParaRPr>
          </a:p>
          <a:p>
            <a:pPr marL="285750" marR="0" lvl="0" indent="-196850" algn="just" rtl="0">
              <a:lnSpc>
                <a:spcPct val="140000"/>
              </a:lnSpc>
              <a:spcBef>
                <a:spcPts val="0"/>
              </a:spcBef>
              <a:spcAft>
                <a:spcPts val="0"/>
              </a:spcAft>
              <a:buClr>
                <a:srgbClr val="000000"/>
              </a:buClr>
              <a:buSzPts val="1400"/>
              <a:buFont typeface="Arial"/>
              <a:buNone/>
            </a:pPr>
            <a:endParaRPr sz="1600" b="0" i="0" u="none" strike="noStrike" cap="none" dirty="0">
              <a:solidFill>
                <a:srgbClr val="000000"/>
              </a:solidFill>
              <a:sym typeface="Arial"/>
            </a:endParaRPr>
          </a:p>
          <a:p>
            <a:pPr marL="285750" marR="0" lvl="0" indent="-196850" algn="just" rtl="0">
              <a:lnSpc>
                <a:spcPct val="140000"/>
              </a:lnSpc>
              <a:spcBef>
                <a:spcPts val="0"/>
              </a:spcBef>
              <a:spcAft>
                <a:spcPts val="0"/>
              </a:spcAft>
              <a:buClr>
                <a:srgbClr val="000000"/>
              </a:buClr>
              <a:buSzPts val="1400"/>
              <a:buFont typeface="Arial"/>
              <a:buNone/>
            </a:pPr>
            <a:endParaRPr sz="1600" b="0" i="0" u="none" strike="noStrike" cap="none" dirty="0">
              <a:solidFill>
                <a:srgbClr val="000000"/>
              </a:solidFill>
              <a:sym typeface="Arial"/>
            </a:endParaRPr>
          </a:p>
          <a:p>
            <a:pPr marL="285750" marR="0" lvl="0" indent="-196850" algn="just" rtl="0">
              <a:lnSpc>
                <a:spcPct val="140000"/>
              </a:lnSpc>
              <a:spcBef>
                <a:spcPts val="0"/>
              </a:spcBef>
              <a:spcAft>
                <a:spcPts val="0"/>
              </a:spcAft>
              <a:buClr>
                <a:srgbClr val="000000"/>
              </a:buClr>
              <a:buSzPts val="1400"/>
              <a:buFont typeface="Arial"/>
              <a:buNone/>
            </a:pPr>
            <a:endParaRPr sz="1600" b="0" i="0" u="none" strike="noStrike" cap="none" dirty="0">
              <a:solidFill>
                <a:srgbClr val="000000"/>
              </a:solidFill>
              <a:latin typeface="Arial"/>
              <a:ea typeface="Arial"/>
              <a:cs typeface="Arial"/>
              <a:sym typeface="Arial"/>
            </a:endParaRPr>
          </a:p>
          <a:p>
            <a:pPr marL="285750" marR="0" lvl="0" indent="-196850" algn="just" rtl="0">
              <a:lnSpc>
                <a:spcPct val="14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just" rtl="0">
              <a:lnSpc>
                <a:spcPct val="14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grpSp>
        <p:nvGrpSpPr>
          <p:cNvPr id="154" name="Google Shape;154;p26"/>
          <p:cNvGrpSpPr/>
          <p:nvPr/>
        </p:nvGrpSpPr>
        <p:grpSpPr>
          <a:xfrm>
            <a:off x="102" y="0"/>
            <a:ext cx="18394680" cy="5749840"/>
            <a:chOff x="0" y="0"/>
            <a:chExt cx="24526240" cy="7666453"/>
          </a:xfrm>
        </p:grpSpPr>
        <p:sp>
          <p:nvSpPr>
            <p:cNvPr id="155" name="Google Shape;155;p26"/>
            <p:cNvSpPr/>
            <p:nvPr/>
          </p:nvSpPr>
          <p:spPr>
            <a:xfrm>
              <a:off x="0" y="0"/>
              <a:ext cx="24526240" cy="6659987"/>
            </a:xfrm>
            <a:custGeom>
              <a:avLst/>
              <a:gdLst/>
              <a:ahLst/>
              <a:cxnLst/>
              <a:rect l="l" t="t" r="r" b="b"/>
              <a:pathLst>
                <a:path w="24526240" h="6659987" extrusionOk="0">
                  <a:moveTo>
                    <a:pt x="0" y="0"/>
                  </a:moveTo>
                  <a:lnTo>
                    <a:pt x="24526240" y="0"/>
                  </a:lnTo>
                  <a:lnTo>
                    <a:pt x="24526240" y="6659987"/>
                  </a:lnTo>
                  <a:lnTo>
                    <a:pt x="0" y="6659987"/>
                  </a:lnTo>
                  <a:lnTo>
                    <a:pt x="0" y="0"/>
                  </a:lnTo>
                  <a:close/>
                </a:path>
              </a:pathLst>
            </a:custGeom>
            <a:blipFill rotWithShape="1">
              <a:blip r:embed="rId3">
                <a:alphaModFix/>
              </a:blip>
              <a:stretch>
                <a:fillRect t="-40101" b="-105225"/>
              </a:stretch>
            </a:blipFill>
            <a:ln>
              <a:noFill/>
            </a:ln>
          </p:spPr>
        </p:sp>
        <p:sp>
          <p:nvSpPr>
            <p:cNvPr id="156" name="Google Shape;156;p26"/>
            <p:cNvSpPr/>
            <p:nvPr/>
          </p:nvSpPr>
          <p:spPr>
            <a:xfrm>
              <a:off x="2708073" y="6659987"/>
              <a:ext cx="18563260" cy="1006466"/>
            </a:xfrm>
            <a:custGeom>
              <a:avLst/>
              <a:gdLst/>
              <a:ahLst/>
              <a:cxnLst/>
              <a:rect l="l" t="t" r="r" b="b"/>
              <a:pathLst>
                <a:path w="18563260" h="1006466" extrusionOk="0">
                  <a:moveTo>
                    <a:pt x="0" y="0"/>
                  </a:moveTo>
                  <a:lnTo>
                    <a:pt x="18563260" y="0"/>
                  </a:lnTo>
                  <a:lnTo>
                    <a:pt x="18563260" y="1006466"/>
                  </a:lnTo>
                  <a:lnTo>
                    <a:pt x="0" y="1006466"/>
                  </a:lnTo>
                  <a:lnTo>
                    <a:pt x="0" y="0"/>
                  </a:lnTo>
                  <a:close/>
                </a:path>
              </a:pathLst>
            </a:custGeom>
            <a:blipFill rotWithShape="1">
              <a:blip r:embed="rId4">
                <a:alphaModFix amt="80000"/>
              </a:blip>
              <a:stretch>
                <a:fillRect t="-8786" b="-8787"/>
              </a:stretch>
            </a:blipFill>
            <a:ln>
              <a:noFill/>
            </a:ln>
          </p:spPr>
        </p:sp>
      </p:grpSp>
      <p:cxnSp>
        <p:nvCxnSpPr>
          <p:cNvPr id="157" name="Google Shape;157;p26"/>
          <p:cNvCxnSpPr/>
          <p:nvPr/>
        </p:nvCxnSpPr>
        <p:spPr>
          <a:xfrm>
            <a:off x="1543978" y="5321530"/>
            <a:ext cx="15200043" cy="0"/>
          </a:xfrm>
          <a:prstGeom prst="straightConnector1">
            <a:avLst/>
          </a:prstGeom>
          <a:noFill/>
          <a:ln w="38100" cap="flat" cmpd="sng">
            <a:solidFill>
              <a:srgbClr val="311581"/>
            </a:solidFill>
            <a:prstDash val="solid"/>
            <a:round/>
            <a:headEnd type="none" w="sm" len="sm"/>
            <a:tailEnd type="none" w="sm" len="sm"/>
          </a:ln>
        </p:spPr>
      </p:cxnSp>
      <p:sp>
        <p:nvSpPr>
          <p:cNvPr id="158" name="Google Shape;158;p26"/>
          <p:cNvSpPr/>
          <p:nvPr/>
        </p:nvSpPr>
        <p:spPr>
          <a:xfrm>
            <a:off x="14555279" y="2248450"/>
            <a:ext cx="2796646" cy="2746539"/>
          </a:xfrm>
          <a:custGeom>
            <a:avLst/>
            <a:gdLst/>
            <a:ahLst/>
            <a:cxnLst/>
            <a:rect l="l" t="t" r="r" b="b"/>
            <a:pathLst>
              <a:path w="2796646" h="2746539" extrusionOk="0">
                <a:moveTo>
                  <a:pt x="0" y="0"/>
                </a:moveTo>
                <a:lnTo>
                  <a:pt x="2796646" y="0"/>
                </a:lnTo>
                <a:lnTo>
                  <a:pt x="2796646" y="2746539"/>
                </a:lnTo>
                <a:lnTo>
                  <a:pt x="0" y="2746539"/>
                </a:lnTo>
                <a:lnTo>
                  <a:pt x="0" y="0"/>
                </a:lnTo>
                <a:close/>
              </a:path>
            </a:pathLst>
          </a:custGeom>
          <a:blipFill rotWithShape="1">
            <a:blip r:embed="rId5">
              <a:alphaModFix/>
            </a:blip>
            <a:stretch>
              <a:fillRect/>
            </a:stretch>
          </a:blipFill>
          <a:ln>
            <a:noFill/>
          </a:ln>
        </p:spPr>
      </p:sp>
      <p:sp>
        <p:nvSpPr>
          <p:cNvPr id="159" name="Google Shape;159;p26"/>
          <p:cNvSpPr/>
          <p:nvPr/>
        </p:nvSpPr>
        <p:spPr>
          <a:xfrm flipH="1">
            <a:off x="13077592" y="1028700"/>
            <a:ext cx="6690329" cy="1321340"/>
          </a:xfrm>
          <a:custGeom>
            <a:avLst/>
            <a:gdLst/>
            <a:ahLst/>
            <a:cxnLst/>
            <a:rect l="l" t="t" r="r" b="b"/>
            <a:pathLst>
              <a:path w="6690329" h="1321340" extrusionOk="0">
                <a:moveTo>
                  <a:pt x="6690329" y="0"/>
                </a:moveTo>
                <a:lnTo>
                  <a:pt x="0" y="0"/>
                </a:lnTo>
                <a:lnTo>
                  <a:pt x="0" y="1321340"/>
                </a:lnTo>
                <a:lnTo>
                  <a:pt x="6690329" y="1321340"/>
                </a:lnTo>
                <a:lnTo>
                  <a:pt x="6690329" y="0"/>
                </a:lnTo>
                <a:close/>
              </a:path>
            </a:pathLst>
          </a:custGeom>
          <a:blipFill rotWithShape="1">
            <a:blip r:embed="rId6">
              <a:alphaModFix/>
            </a:blip>
            <a:stretch>
              <a:fillRect/>
            </a:stretch>
          </a:blipFill>
          <a:ln>
            <a:noFill/>
          </a:ln>
        </p:spPr>
      </p:sp>
      <p:sp>
        <p:nvSpPr>
          <p:cNvPr id="160" name="Google Shape;160;p26"/>
          <p:cNvSpPr txBox="1"/>
          <p:nvPr/>
        </p:nvSpPr>
        <p:spPr>
          <a:xfrm>
            <a:off x="6921790" y="1776707"/>
            <a:ext cx="4141177" cy="1263872"/>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399"/>
              <a:buFont typeface="Arial"/>
              <a:buNone/>
            </a:pPr>
            <a:r>
              <a:rPr lang="en-US" sz="7399" b="1" i="0" u="none" strike="noStrike" cap="none">
                <a:solidFill>
                  <a:srgbClr val="FFFFFF"/>
                </a:solidFill>
                <a:latin typeface="Public Sans"/>
                <a:ea typeface="Public Sans"/>
                <a:cs typeface="Public Sans"/>
                <a:sym typeface="Public Sans"/>
              </a:rPr>
              <a:t>Usuarios</a:t>
            </a:r>
            <a:endParaRPr sz="1400" b="0" i="0" u="none" strike="noStrike" cap="none">
              <a:solidFill>
                <a:srgbClr val="000000"/>
              </a:solidFill>
              <a:latin typeface="Arial"/>
              <a:ea typeface="Arial"/>
              <a:cs typeface="Arial"/>
              <a:sym typeface="Arial"/>
            </a:endParaRPr>
          </a:p>
        </p:txBody>
      </p:sp>
      <p:sp>
        <p:nvSpPr>
          <p:cNvPr id="161" name="Google Shape;161;p26"/>
          <p:cNvSpPr txBox="1"/>
          <p:nvPr/>
        </p:nvSpPr>
        <p:spPr>
          <a:xfrm>
            <a:off x="15479821" y="6109556"/>
            <a:ext cx="2732839" cy="399725"/>
          </a:xfrm>
          <a:prstGeom prst="rect">
            <a:avLst/>
          </a:prstGeom>
          <a:noFill/>
          <a:ln>
            <a:noFill/>
          </a:ln>
        </p:spPr>
        <p:txBody>
          <a:bodyPr spcFirstLastPara="1" wrap="square" lIns="0" tIns="0" rIns="0" bIns="0" anchor="t" anchorCtr="0">
            <a:spAutoFit/>
          </a:bodyPr>
          <a:lstStyle/>
          <a:p>
            <a:pPr marL="0" marR="0" lvl="0" indent="0" algn="ctr"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a:t>
            </a:r>
            <a:endParaRPr sz="1400" b="0" i="0" u="none" strike="noStrike" cap="none">
              <a:solidFill>
                <a:srgbClr val="000000"/>
              </a:solidFill>
              <a:latin typeface="Arial"/>
              <a:ea typeface="Arial"/>
              <a:cs typeface="Arial"/>
              <a:sym typeface="Arial"/>
            </a:endParaRPr>
          </a:p>
        </p:txBody>
      </p:sp>
      <p:sp>
        <p:nvSpPr>
          <p:cNvPr id="162" name="Google Shape;162;p26"/>
          <p:cNvSpPr txBox="1"/>
          <p:nvPr/>
        </p:nvSpPr>
        <p:spPr>
          <a:xfrm>
            <a:off x="2694601" y="5500124"/>
            <a:ext cx="2369848" cy="546625"/>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3200"/>
              <a:buFont typeface="Arial"/>
              <a:buNone/>
            </a:pPr>
            <a:r>
              <a:rPr lang="en-US" sz="3200" b="1" i="0" u="none" strike="noStrike" cap="none">
                <a:solidFill>
                  <a:srgbClr val="0C0C0C"/>
                </a:solidFill>
                <a:latin typeface="Public Sans"/>
                <a:ea typeface="Public Sans"/>
                <a:cs typeface="Public Sans"/>
                <a:sym typeface="Public Sans"/>
              </a:rPr>
              <a:t>Streamers</a:t>
            </a:r>
            <a:endParaRPr sz="3200" b="0" i="0" u="none" strike="noStrike" cap="none">
              <a:solidFill>
                <a:srgbClr val="0C0C0C"/>
              </a:solidFill>
              <a:latin typeface="Arial"/>
              <a:ea typeface="Arial"/>
              <a:cs typeface="Arial"/>
              <a:sym typeface="Arial"/>
            </a:endParaRPr>
          </a:p>
        </p:txBody>
      </p:sp>
      <p:sp>
        <p:nvSpPr>
          <p:cNvPr id="163" name="Google Shape;163;p26"/>
          <p:cNvSpPr txBox="1"/>
          <p:nvPr/>
        </p:nvSpPr>
        <p:spPr>
          <a:xfrm>
            <a:off x="12833219" y="5497527"/>
            <a:ext cx="2369848" cy="546625"/>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3200"/>
              <a:buFont typeface="Arial"/>
              <a:buNone/>
            </a:pPr>
            <a:r>
              <a:rPr lang="en-US" sz="3200" b="1" i="0" u="none" strike="noStrike" cap="none">
                <a:solidFill>
                  <a:srgbClr val="0C0C0C"/>
                </a:solidFill>
                <a:latin typeface="Public Sans"/>
                <a:ea typeface="Public Sans"/>
                <a:cs typeface="Public Sans"/>
                <a:sym typeface="Public Sans"/>
              </a:rPr>
              <a:t>Viewers</a:t>
            </a:r>
            <a:endParaRPr sz="3200" b="0" i="0" u="none" strike="noStrike" cap="none">
              <a:solidFill>
                <a:srgbClr val="0C0C0C"/>
              </a:solidFill>
              <a:latin typeface="Arial"/>
              <a:ea typeface="Arial"/>
              <a:cs typeface="Arial"/>
              <a:sym typeface="Arial"/>
            </a:endParaRPr>
          </a:p>
        </p:txBody>
      </p:sp>
      <p:pic>
        <p:nvPicPr>
          <p:cNvPr id="164" name="Google Shape;164;p26" descr="Streamer - Free music icons"/>
          <p:cNvPicPr preferRelativeResize="0"/>
          <p:nvPr/>
        </p:nvPicPr>
        <p:blipFill rotWithShape="1">
          <a:blip r:embed="rId7">
            <a:alphaModFix/>
          </a:blip>
          <a:srcRect/>
          <a:stretch/>
        </p:blipFill>
        <p:spPr>
          <a:xfrm>
            <a:off x="3062288" y="6197841"/>
            <a:ext cx="1442099" cy="1442099"/>
          </a:xfrm>
          <a:prstGeom prst="rect">
            <a:avLst/>
          </a:prstGeom>
          <a:noFill/>
          <a:ln>
            <a:noFill/>
          </a:ln>
        </p:spPr>
      </p:pic>
      <p:pic>
        <p:nvPicPr>
          <p:cNvPr id="165" name="Google Shape;165;p26" descr="Usuario de la red - Iconos gratis de redes"/>
          <p:cNvPicPr preferRelativeResize="0"/>
          <p:nvPr/>
        </p:nvPicPr>
        <p:blipFill rotWithShape="1">
          <a:blip r:embed="rId8">
            <a:alphaModFix/>
          </a:blip>
          <a:srcRect/>
          <a:stretch/>
        </p:blipFill>
        <p:spPr>
          <a:xfrm>
            <a:off x="12833219" y="6309418"/>
            <a:ext cx="1477687" cy="1354539"/>
          </a:xfrm>
          <a:prstGeom prst="rect">
            <a:avLst/>
          </a:prstGeom>
          <a:noFill/>
          <a:ln>
            <a:noFill/>
          </a:ln>
        </p:spPr>
      </p:pic>
      <p:sp>
        <p:nvSpPr>
          <p:cNvPr id="166" name="Google Shape;166;p26"/>
          <p:cNvSpPr txBox="1"/>
          <p:nvPr/>
        </p:nvSpPr>
        <p:spPr>
          <a:xfrm>
            <a:off x="1579237" y="7940892"/>
            <a:ext cx="4600575" cy="2169784"/>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1800" b="0" i="0" u="none" strike="noStrike" cap="none" dirty="0" err="1">
                <a:solidFill>
                  <a:srgbClr val="7030A0"/>
                </a:solidFill>
                <a:latin typeface="Public Sans" panose="020B0604020202020204" charset="0"/>
                <a:sym typeface="Arial"/>
              </a:rPr>
              <a:t>Encargado</a:t>
            </a:r>
            <a:r>
              <a:rPr lang="en-US" sz="1800" b="0" i="0" u="none" strike="noStrike" cap="none" dirty="0">
                <a:solidFill>
                  <a:srgbClr val="7030A0"/>
                </a:solidFill>
                <a:latin typeface="Public Sans" panose="020B0604020202020204" charset="0"/>
                <a:sym typeface="Arial"/>
              </a:rPr>
              <a:t> de </a:t>
            </a:r>
            <a:r>
              <a:rPr lang="en-US" sz="1800" b="0" i="0" u="none" strike="noStrike" cap="none" dirty="0" err="1">
                <a:solidFill>
                  <a:srgbClr val="7030A0"/>
                </a:solidFill>
                <a:latin typeface="Public Sans" panose="020B0604020202020204" charset="0"/>
                <a:sym typeface="Arial"/>
              </a:rPr>
              <a:t>interactuar</a:t>
            </a:r>
            <a:r>
              <a:rPr lang="en-US" sz="1800" b="0" i="0" u="none" strike="noStrike" cap="none" dirty="0">
                <a:solidFill>
                  <a:srgbClr val="7030A0"/>
                </a:solidFill>
                <a:latin typeface="Public Sans" panose="020B0604020202020204" charset="0"/>
                <a:sym typeface="Arial"/>
              </a:rPr>
              <a:t> con la </a:t>
            </a:r>
            <a:r>
              <a:rPr lang="en-US" sz="1800" b="0" i="0" u="none" strike="noStrike" cap="none" dirty="0" err="1">
                <a:solidFill>
                  <a:srgbClr val="7030A0"/>
                </a:solidFill>
                <a:latin typeface="Public Sans" panose="020B0604020202020204" charset="0"/>
                <a:sym typeface="Arial"/>
              </a:rPr>
              <a:t>audiencia</a:t>
            </a:r>
            <a:r>
              <a:rPr lang="en-US" sz="1800" b="0" i="0" u="none" strike="noStrike" cap="none" dirty="0">
                <a:solidFill>
                  <a:srgbClr val="7030A0"/>
                </a:solidFill>
                <a:latin typeface="Public Sans" panose="020B0604020202020204" charset="0"/>
                <a:sym typeface="Arial"/>
              </a:rPr>
              <a:t> y el </a:t>
            </a:r>
            <a:r>
              <a:rPr lang="en-US" sz="1800" b="0" i="0" u="none" strike="noStrike" cap="none" dirty="0" err="1">
                <a:solidFill>
                  <a:srgbClr val="7030A0"/>
                </a:solidFill>
                <a:latin typeface="Public Sans" panose="020B0604020202020204" charset="0"/>
                <a:sym typeface="Arial"/>
              </a:rPr>
              <a:t>asistente</a:t>
            </a:r>
            <a:r>
              <a:rPr lang="en-US" sz="1800" b="0" i="0" u="none" strike="noStrike" cap="none" dirty="0">
                <a:solidFill>
                  <a:srgbClr val="7030A0"/>
                </a:solidFill>
                <a:latin typeface="Public Sans" panose="020B0604020202020204" charset="0"/>
                <a:sym typeface="Arial"/>
              </a:rPr>
              <a:t> virtual, </a:t>
            </a:r>
            <a:r>
              <a:rPr lang="en-US" sz="1800" b="0" i="0" u="none" strike="noStrike" cap="none" dirty="0" err="1">
                <a:solidFill>
                  <a:srgbClr val="7030A0"/>
                </a:solidFill>
                <a:latin typeface="Public Sans" panose="020B0604020202020204" charset="0"/>
                <a:sym typeface="Arial"/>
              </a:rPr>
              <a:t>ajustando</a:t>
            </a:r>
            <a:r>
              <a:rPr lang="en-US" sz="1800" b="0" i="0" u="none" strike="noStrike" cap="none" dirty="0">
                <a:solidFill>
                  <a:srgbClr val="7030A0"/>
                </a:solidFill>
                <a:latin typeface="Public Sans" panose="020B0604020202020204" charset="0"/>
                <a:sym typeface="Arial"/>
              </a:rPr>
              <a:t> </a:t>
            </a:r>
            <a:r>
              <a:rPr lang="en-US" sz="1800" b="0" i="0" u="none" strike="noStrike" cap="none" dirty="0" err="1">
                <a:solidFill>
                  <a:srgbClr val="7030A0"/>
                </a:solidFill>
                <a:latin typeface="Public Sans" panose="020B0604020202020204" charset="0"/>
                <a:sym typeface="Arial"/>
              </a:rPr>
              <a:t>sus</a:t>
            </a:r>
            <a:r>
              <a:rPr lang="en-US" sz="1800" b="0" i="0" u="none" strike="noStrike" cap="none" dirty="0">
                <a:solidFill>
                  <a:srgbClr val="7030A0"/>
                </a:solidFill>
                <a:latin typeface="Public Sans" panose="020B0604020202020204" charset="0"/>
                <a:sym typeface="Arial"/>
              </a:rPr>
              <a:t> </a:t>
            </a:r>
            <a:r>
              <a:rPr lang="en-US" sz="1800" b="0" i="0" u="none" strike="noStrike" cap="none" dirty="0" err="1">
                <a:solidFill>
                  <a:srgbClr val="7030A0"/>
                </a:solidFill>
                <a:latin typeface="Public Sans" panose="020B0604020202020204" charset="0"/>
                <a:sym typeface="Arial"/>
              </a:rPr>
              <a:t>parámetros</a:t>
            </a:r>
            <a:r>
              <a:rPr lang="en-US" sz="1800" b="0" i="0" u="none" strike="noStrike" cap="none" dirty="0">
                <a:solidFill>
                  <a:srgbClr val="7030A0"/>
                </a:solidFill>
                <a:latin typeface="Public Sans" panose="020B0604020202020204" charset="0"/>
                <a:sym typeface="Arial"/>
              </a:rPr>
              <a:t> y </a:t>
            </a:r>
            <a:r>
              <a:rPr lang="en-US" sz="1800" b="0" i="0" u="none" strike="noStrike" cap="none" dirty="0" err="1">
                <a:solidFill>
                  <a:srgbClr val="7030A0"/>
                </a:solidFill>
                <a:latin typeface="Public Sans" panose="020B0604020202020204" charset="0"/>
                <a:sym typeface="Arial"/>
              </a:rPr>
              <a:t>respuestas</a:t>
            </a:r>
            <a:r>
              <a:rPr lang="en-US" sz="1800" b="0" i="0" u="none" strike="noStrike" cap="none" dirty="0">
                <a:solidFill>
                  <a:srgbClr val="7030A0"/>
                </a:solidFill>
                <a:latin typeface="Public Sans" panose="020B0604020202020204" charset="0"/>
                <a:sym typeface="Arial"/>
              </a:rPr>
              <a:t> para </a:t>
            </a:r>
            <a:r>
              <a:rPr lang="en-US" sz="1800" b="0" i="0" u="none" strike="noStrike" cap="none" dirty="0" err="1">
                <a:solidFill>
                  <a:srgbClr val="7030A0"/>
                </a:solidFill>
                <a:latin typeface="Public Sans" panose="020B0604020202020204" charset="0"/>
                <a:sym typeface="Arial"/>
              </a:rPr>
              <a:t>mejorar</a:t>
            </a:r>
            <a:r>
              <a:rPr lang="en-US" sz="1800" b="0" i="0" u="none" strike="noStrike" cap="none" dirty="0">
                <a:solidFill>
                  <a:srgbClr val="7030A0"/>
                </a:solidFill>
                <a:latin typeface="Public Sans" panose="020B0604020202020204" charset="0"/>
                <a:sym typeface="Arial"/>
              </a:rPr>
              <a:t> </a:t>
            </a:r>
            <a:r>
              <a:rPr lang="en-US" sz="1800" b="0" i="0" u="none" strike="noStrike" cap="none" dirty="0" err="1">
                <a:solidFill>
                  <a:srgbClr val="7030A0"/>
                </a:solidFill>
                <a:latin typeface="Public Sans" panose="020B0604020202020204" charset="0"/>
                <a:sym typeface="Arial"/>
              </a:rPr>
              <a:t>continuamente</a:t>
            </a:r>
            <a:r>
              <a:rPr lang="en-US" sz="1800" b="0" i="0" u="none" strike="noStrike" cap="none" dirty="0">
                <a:solidFill>
                  <a:srgbClr val="7030A0"/>
                </a:solidFill>
                <a:latin typeface="Public Sans" panose="020B0604020202020204" charset="0"/>
                <a:sym typeface="Arial"/>
              </a:rPr>
              <a:t> la </a:t>
            </a:r>
            <a:r>
              <a:rPr lang="en-US" sz="1800" b="0" i="0" u="none" strike="noStrike" cap="none" dirty="0" err="1">
                <a:solidFill>
                  <a:srgbClr val="7030A0"/>
                </a:solidFill>
                <a:latin typeface="Public Sans" panose="020B0604020202020204" charset="0"/>
                <a:sym typeface="Arial"/>
              </a:rPr>
              <a:t>experiencia</a:t>
            </a:r>
            <a:r>
              <a:rPr lang="en-US" sz="1800" b="0" i="0" u="none" strike="noStrike" cap="none" dirty="0">
                <a:solidFill>
                  <a:srgbClr val="7030A0"/>
                </a:solidFill>
                <a:latin typeface="Public Sans" panose="020B0604020202020204" charset="0"/>
                <a:sym typeface="Arial"/>
              </a:rPr>
              <a:t> de ambos.</a:t>
            </a:r>
            <a:endParaRPr sz="1800" b="0" i="0" u="none" strike="noStrike" cap="none" dirty="0">
              <a:solidFill>
                <a:srgbClr val="7030A0"/>
              </a:solidFill>
              <a:latin typeface="Public Sans" panose="020B0604020202020204" charset="0"/>
              <a:sym typeface="Arial"/>
            </a:endParaRPr>
          </a:p>
        </p:txBody>
      </p:sp>
      <p:sp>
        <p:nvSpPr>
          <p:cNvPr id="167" name="Google Shape;167;p26"/>
          <p:cNvSpPr txBox="1"/>
          <p:nvPr/>
        </p:nvSpPr>
        <p:spPr>
          <a:xfrm>
            <a:off x="11276870" y="7940892"/>
            <a:ext cx="5000700" cy="1754286"/>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US" sz="1800" b="0" i="0" u="none" strike="noStrike" cap="none" dirty="0" err="1">
                <a:solidFill>
                  <a:srgbClr val="7030A0"/>
                </a:solidFill>
                <a:latin typeface="Public Sans" panose="020B0604020202020204" charset="0"/>
                <a:sym typeface="Arial"/>
              </a:rPr>
              <a:t>Usuario</a:t>
            </a:r>
            <a:r>
              <a:rPr lang="en-US" sz="1800" b="0" i="0" u="none" strike="noStrike" cap="none" dirty="0">
                <a:solidFill>
                  <a:srgbClr val="7030A0"/>
                </a:solidFill>
                <a:latin typeface="Public Sans" panose="020B0604020202020204" charset="0"/>
                <a:sym typeface="Arial"/>
              </a:rPr>
              <a:t>, el </a:t>
            </a:r>
            <a:r>
              <a:rPr lang="en-US" sz="1800" b="0" i="0" u="none" strike="noStrike" cap="none" dirty="0" err="1">
                <a:solidFill>
                  <a:srgbClr val="7030A0"/>
                </a:solidFill>
                <a:latin typeface="Public Sans" panose="020B0604020202020204" charset="0"/>
                <a:sym typeface="Arial"/>
              </a:rPr>
              <a:t>cual</a:t>
            </a:r>
            <a:r>
              <a:rPr lang="en-US" sz="1800" b="0" i="0" u="none" strike="noStrike" cap="none" dirty="0">
                <a:solidFill>
                  <a:srgbClr val="7030A0"/>
                </a:solidFill>
                <a:latin typeface="Public Sans" panose="020B0604020202020204" charset="0"/>
                <a:sym typeface="Arial"/>
              </a:rPr>
              <a:t>  </a:t>
            </a:r>
            <a:r>
              <a:rPr lang="en-US" sz="1800" b="0" i="0" u="none" strike="noStrike" cap="none" dirty="0" err="1">
                <a:solidFill>
                  <a:srgbClr val="7030A0"/>
                </a:solidFill>
                <a:latin typeface="Public Sans" panose="020B0604020202020204" charset="0"/>
                <a:sym typeface="Arial"/>
              </a:rPr>
              <a:t>visualiza</a:t>
            </a:r>
            <a:r>
              <a:rPr lang="en-US" sz="1800" b="0" i="0" u="none" strike="noStrike" cap="none" dirty="0">
                <a:solidFill>
                  <a:srgbClr val="7030A0"/>
                </a:solidFill>
                <a:latin typeface="Public Sans" panose="020B0604020202020204" charset="0"/>
                <a:sym typeface="Arial"/>
              </a:rPr>
              <a:t> la </a:t>
            </a:r>
            <a:r>
              <a:rPr lang="en-US" sz="1800" b="0" i="0" u="none" strike="noStrike" cap="none" dirty="0" err="1">
                <a:solidFill>
                  <a:srgbClr val="7030A0"/>
                </a:solidFill>
                <a:latin typeface="Public Sans" panose="020B0604020202020204" charset="0"/>
                <a:sym typeface="Arial"/>
              </a:rPr>
              <a:t>transmisión</a:t>
            </a:r>
            <a:r>
              <a:rPr lang="en-US" sz="1800" b="0" i="0" u="none" strike="noStrike" cap="none" dirty="0">
                <a:solidFill>
                  <a:srgbClr val="7030A0"/>
                </a:solidFill>
                <a:latin typeface="Public Sans" panose="020B0604020202020204" charset="0"/>
                <a:sym typeface="Arial"/>
              </a:rPr>
              <a:t> e </a:t>
            </a:r>
            <a:r>
              <a:rPr lang="en-US" sz="1800" b="0" i="0" u="none" strike="noStrike" cap="none" dirty="0" err="1">
                <a:solidFill>
                  <a:srgbClr val="7030A0"/>
                </a:solidFill>
                <a:latin typeface="Public Sans" panose="020B0604020202020204" charset="0"/>
                <a:sym typeface="Arial"/>
              </a:rPr>
              <a:t>interactúa</a:t>
            </a:r>
            <a:r>
              <a:rPr lang="en-US" sz="1800" b="0" i="0" u="none" strike="noStrike" cap="none" dirty="0">
                <a:solidFill>
                  <a:srgbClr val="7030A0"/>
                </a:solidFill>
                <a:latin typeface="Public Sans" panose="020B0604020202020204" charset="0"/>
                <a:sym typeface="Arial"/>
              </a:rPr>
              <a:t> con el streamer a </a:t>
            </a:r>
            <a:r>
              <a:rPr lang="en-US" sz="1800" b="0" i="0" u="none" strike="noStrike" cap="none" dirty="0" err="1">
                <a:solidFill>
                  <a:srgbClr val="7030A0"/>
                </a:solidFill>
                <a:latin typeface="Public Sans" panose="020B0604020202020204" charset="0"/>
                <a:sym typeface="Arial"/>
              </a:rPr>
              <a:t>través</a:t>
            </a:r>
            <a:r>
              <a:rPr lang="en-US" sz="1800" b="0" i="0" u="none" strike="noStrike" cap="none" dirty="0">
                <a:solidFill>
                  <a:srgbClr val="7030A0"/>
                </a:solidFill>
                <a:latin typeface="Public Sans" panose="020B0604020202020204" charset="0"/>
                <a:sym typeface="Arial"/>
              </a:rPr>
              <a:t> del chat, </a:t>
            </a:r>
            <a:r>
              <a:rPr lang="en-US" sz="1800" b="0" i="0" u="none" strike="noStrike" cap="none" dirty="0" err="1">
                <a:solidFill>
                  <a:srgbClr val="7030A0"/>
                </a:solidFill>
                <a:latin typeface="Public Sans" panose="020B0604020202020204" charset="0"/>
                <a:sym typeface="Arial"/>
              </a:rPr>
              <a:t>contribuyendo</a:t>
            </a:r>
            <a:r>
              <a:rPr lang="en-US" sz="1800" b="0" i="0" u="none" strike="noStrike" cap="none" dirty="0">
                <a:solidFill>
                  <a:srgbClr val="7030A0"/>
                </a:solidFill>
                <a:latin typeface="Public Sans" panose="020B0604020202020204" charset="0"/>
                <a:sym typeface="Arial"/>
              </a:rPr>
              <a:t> a la </a:t>
            </a:r>
            <a:r>
              <a:rPr lang="en-US" sz="1800" b="0" i="0" u="none" strike="noStrike" cap="none" dirty="0" err="1">
                <a:solidFill>
                  <a:srgbClr val="7030A0"/>
                </a:solidFill>
                <a:latin typeface="Public Sans" panose="020B0604020202020204" charset="0"/>
                <a:sym typeface="Arial"/>
              </a:rPr>
              <a:t>dinámica</a:t>
            </a:r>
            <a:r>
              <a:rPr lang="en-US" sz="1800" b="0" i="0" u="none" strike="noStrike" cap="none" dirty="0">
                <a:solidFill>
                  <a:srgbClr val="7030A0"/>
                </a:solidFill>
                <a:latin typeface="Public Sans" panose="020B0604020202020204" charset="0"/>
                <a:sym typeface="Arial"/>
              </a:rPr>
              <a:t> de la </a:t>
            </a:r>
            <a:r>
              <a:rPr lang="en-US" sz="1800" b="0" i="0" u="none" strike="noStrike" cap="none" dirty="0" err="1">
                <a:solidFill>
                  <a:srgbClr val="7030A0"/>
                </a:solidFill>
                <a:latin typeface="Public Sans" panose="020B0604020202020204" charset="0"/>
                <a:sym typeface="Arial"/>
              </a:rPr>
              <a:t>transmisión</a:t>
            </a:r>
            <a:r>
              <a:rPr lang="en-US" sz="1800" b="0" i="0" u="none" strike="noStrike" cap="none" dirty="0">
                <a:solidFill>
                  <a:srgbClr val="7030A0"/>
                </a:solidFill>
                <a:latin typeface="Public Sans" panose="020B0604020202020204" charset="0"/>
                <a:sym typeface="Arial"/>
              </a:rPr>
              <a:t> y el </a:t>
            </a:r>
            <a:r>
              <a:rPr lang="en-US" sz="1800" b="0" i="0" u="none" strike="noStrike" cap="none" dirty="0" err="1">
                <a:solidFill>
                  <a:srgbClr val="7030A0"/>
                </a:solidFill>
                <a:latin typeface="Public Sans" panose="020B0604020202020204" charset="0"/>
                <a:sym typeface="Arial"/>
              </a:rPr>
              <a:t>asistente</a:t>
            </a:r>
            <a:r>
              <a:rPr lang="en-US" sz="1800" b="0" i="0" u="none" strike="noStrike" cap="none" dirty="0">
                <a:solidFill>
                  <a:srgbClr val="7030A0"/>
                </a:solidFill>
                <a:latin typeface="Public Sans" panose="020B0604020202020204" charset="0"/>
                <a:sym typeface="Arial"/>
              </a:rPr>
              <a:t>.</a:t>
            </a:r>
            <a:endParaRPr sz="1800" b="0" i="0" u="none" strike="noStrike" cap="none" dirty="0">
              <a:solidFill>
                <a:srgbClr val="7030A0"/>
              </a:solidFill>
              <a:latin typeface="Public Sans" panose="020B0604020202020204" charset="0"/>
              <a:sym typeface="Arial"/>
            </a:endParaRP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grpSp>
        <p:nvGrpSpPr>
          <p:cNvPr id="154" name="Google Shape;154;p26"/>
          <p:cNvGrpSpPr/>
          <p:nvPr/>
        </p:nvGrpSpPr>
        <p:grpSpPr>
          <a:xfrm>
            <a:off x="-182020" y="146805"/>
            <a:ext cx="18394680" cy="4203290"/>
            <a:chOff x="0" y="0"/>
            <a:chExt cx="24526240" cy="7666453"/>
          </a:xfrm>
        </p:grpSpPr>
        <p:sp>
          <p:nvSpPr>
            <p:cNvPr id="155" name="Google Shape;155;p26"/>
            <p:cNvSpPr/>
            <p:nvPr/>
          </p:nvSpPr>
          <p:spPr>
            <a:xfrm>
              <a:off x="0" y="0"/>
              <a:ext cx="24526240" cy="6659987"/>
            </a:xfrm>
            <a:custGeom>
              <a:avLst/>
              <a:gdLst/>
              <a:ahLst/>
              <a:cxnLst/>
              <a:rect l="l" t="t" r="r" b="b"/>
              <a:pathLst>
                <a:path w="24526240" h="6659987" extrusionOk="0">
                  <a:moveTo>
                    <a:pt x="0" y="0"/>
                  </a:moveTo>
                  <a:lnTo>
                    <a:pt x="24526240" y="0"/>
                  </a:lnTo>
                  <a:lnTo>
                    <a:pt x="24526240" y="6659987"/>
                  </a:lnTo>
                  <a:lnTo>
                    <a:pt x="0" y="6659987"/>
                  </a:lnTo>
                  <a:lnTo>
                    <a:pt x="0" y="0"/>
                  </a:lnTo>
                  <a:close/>
                </a:path>
              </a:pathLst>
            </a:custGeom>
            <a:blipFill rotWithShape="1">
              <a:blip r:embed="rId3">
                <a:alphaModFix/>
              </a:blip>
              <a:stretch>
                <a:fillRect t="-40101" b="-105225"/>
              </a:stretch>
            </a:blipFill>
            <a:ln>
              <a:noFill/>
            </a:ln>
          </p:spPr>
        </p:sp>
        <p:sp>
          <p:nvSpPr>
            <p:cNvPr id="156" name="Google Shape;156;p26"/>
            <p:cNvSpPr/>
            <p:nvPr/>
          </p:nvSpPr>
          <p:spPr>
            <a:xfrm>
              <a:off x="2708073" y="6659987"/>
              <a:ext cx="18563260" cy="1006466"/>
            </a:xfrm>
            <a:custGeom>
              <a:avLst/>
              <a:gdLst/>
              <a:ahLst/>
              <a:cxnLst/>
              <a:rect l="l" t="t" r="r" b="b"/>
              <a:pathLst>
                <a:path w="18563260" h="1006466" extrusionOk="0">
                  <a:moveTo>
                    <a:pt x="0" y="0"/>
                  </a:moveTo>
                  <a:lnTo>
                    <a:pt x="18563260" y="0"/>
                  </a:lnTo>
                  <a:lnTo>
                    <a:pt x="18563260" y="1006466"/>
                  </a:lnTo>
                  <a:lnTo>
                    <a:pt x="0" y="1006466"/>
                  </a:lnTo>
                  <a:lnTo>
                    <a:pt x="0" y="0"/>
                  </a:lnTo>
                  <a:close/>
                </a:path>
              </a:pathLst>
            </a:custGeom>
            <a:blipFill rotWithShape="1">
              <a:blip r:embed="rId4">
                <a:alphaModFix amt="80000"/>
              </a:blip>
              <a:stretch>
                <a:fillRect t="-8786" b="-8787"/>
              </a:stretch>
            </a:blipFill>
            <a:ln>
              <a:noFill/>
            </a:ln>
          </p:spPr>
        </p:sp>
      </p:grpSp>
      <p:sp>
        <p:nvSpPr>
          <p:cNvPr id="158" name="Google Shape;158;p26"/>
          <p:cNvSpPr/>
          <p:nvPr/>
        </p:nvSpPr>
        <p:spPr>
          <a:xfrm>
            <a:off x="14491144" y="1248412"/>
            <a:ext cx="2796646" cy="2746539"/>
          </a:xfrm>
          <a:custGeom>
            <a:avLst/>
            <a:gdLst/>
            <a:ahLst/>
            <a:cxnLst/>
            <a:rect l="l" t="t" r="r" b="b"/>
            <a:pathLst>
              <a:path w="2796646" h="2746539" extrusionOk="0">
                <a:moveTo>
                  <a:pt x="0" y="0"/>
                </a:moveTo>
                <a:lnTo>
                  <a:pt x="2796646" y="0"/>
                </a:lnTo>
                <a:lnTo>
                  <a:pt x="2796646" y="2746539"/>
                </a:lnTo>
                <a:lnTo>
                  <a:pt x="0" y="2746539"/>
                </a:lnTo>
                <a:lnTo>
                  <a:pt x="0" y="0"/>
                </a:lnTo>
                <a:close/>
              </a:path>
            </a:pathLst>
          </a:custGeom>
          <a:blipFill rotWithShape="1">
            <a:blip r:embed="rId5">
              <a:alphaModFix/>
            </a:blip>
            <a:stretch>
              <a:fillRect/>
            </a:stretch>
          </a:blipFill>
          <a:ln>
            <a:noFill/>
          </a:ln>
        </p:spPr>
      </p:sp>
      <p:sp>
        <p:nvSpPr>
          <p:cNvPr id="159" name="Google Shape;159;p26"/>
          <p:cNvSpPr/>
          <p:nvPr/>
        </p:nvSpPr>
        <p:spPr>
          <a:xfrm flipH="1">
            <a:off x="13136585" y="342787"/>
            <a:ext cx="6690329" cy="1321340"/>
          </a:xfrm>
          <a:custGeom>
            <a:avLst/>
            <a:gdLst/>
            <a:ahLst/>
            <a:cxnLst/>
            <a:rect l="l" t="t" r="r" b="b"/>
            <a:pathLst>
              <a:path w="6690329" h="1321340" extrusionOk="0">
                <a:moveTo>
                  <a:pt x="6690329" y="0"/>
                </a:moveTo>
                <a:lnTo>
                  <a:pt x="0" y="0"/>
                </a:lnTo>
                <a:lnTo>
                  <a:pt x="0" y="1321340"/>
                </a:lnTo>
                <a:lnTo>
                  <a:pt x="6690329" y="1321340"/>
                </a:lnTo>
                <a:lnTo>
                  <a:pt x="6690329" y="0"/>
                </a:lnTo>
                <a:close/>
              </a:path>
            </a:pathLst>
          </a:custGeom>
          <a:blipFill rotWithShape="1">
            <a:blip r:embed="rId6">
              <a:alphaModFix/>
            </a:blip>
            <a:stretch>
              <a:fillRect/>
            </a:stretch>
          </a:blipFill>
          <a:ln>
            <a:noFill/>
          </a:ln>
        </p:spPr>
      </p:sp>
      <p:sp>
        <p:nvSpPr>
          <p:cNvPr id="160" name="Google Shape;160;p26"/>
          <p:cNvSpPr txBox="1"/>
          <p:nvPr/>
        </p:nvSpPr>
        <p:spPr>
          <a:xfrm>
            <a:off x="1026237" y="332032"/>
            <a:ext cx="14453584" cy="1263872"/>
          </a:xfrm>
          <a:prstGeom prst="rect">
            <a:avLst/>
          </a:prstGeom>
          <a:noFill/>
          <a:ln>
            <a:noFill/>
          </a:ln>
        </p:spPr>
        <p:txBody>
          <a:bodyPr spcFirstLastPara="1" wrap="square" lIns="0" tIns="0" rIns="0" bIns="0" anchor="t" anchorCtr="0">
            <a:spAutoFit/>
          </a:bodyPr>
          <a:lstStyle/>
          <a:p>
            <a:pPr lvl="0">
              <a:lnSpc>
                <a:spcPct val="111001"/>
              </a:lnSpc>
              <a:buSzPts val="7399"/>
            </a:pPr>
            <a:r>
              <a:rPr lang="en-US" sz="7399" b="1" dirty="0" smtClean="0">
                <a:solidFill>
                  <a:srgbClr val="FFFFFF"/>
                </a:solidFill>
                <a:latin typeface="Public Sans"/>
                <a:ea typeface="Public Sans"/>
                <a:cs typeface="Public Sans"/>
                <a:sym typeface="Public Sans"/>
              </a:rPr>
              <a:t>Meta </a:t>
            </a:r>
            <a:r>
              <a:rPr lang="en-US" sz="7399" b="1" dirty="0">
                <a:solidFill>
                  <a:srgbClr val="FFFFFF"/>
                </a:solidFill>
                <a:latin typeface="Public Sans"/>
                <a:ea typeface="Public Sans"/>
                <a:cs typeface="Public Sans"/>
                <a:sym typeface="Public Sans"/>
              </a:rPr>
              <a:t>del Proyecto APT</a:t>
            </a:r>
            <a:endParaRPr sz="1400" b="0" i="0" u="none" strike="noStrike" cap="none" dirty="0">
              <a:solidFill>
                <a:srgbClr val="000000"/>
              </a:solidFill>
              <a:latin typeface="Arial"/>
              <a:ea typeface="Arial"/>
              <a:cs typeface="Arial"/>
              <a:sym typeface="Arial"/>
            </a:endParaRPr>
          </a:p>
        </p:txBody>
      </p:sp>
      <p:sp>
        <p:nvSpPr>
          <p:cNvPr id="161" name="Google Shape;161;p26"/>
          <p:cNvSpPr txBox="1"/>
          <p:nvPr/>
        </p:nvSpPr>
        <p:spPr>
          <a:xfrm>
            <a:off x="15479821" y="6109556"/>
            <a:ext cx="2732839" cy="399725"/>
          </a:xfrm>
          <a:prstGeom prst="rect">
            <a:avLst/>
          </a:prstGeom>
          <a:noFill/>
          <a:ln>
            <a:noFill/>
          </a:ln>
        </p:spPr>
        <p:txBody>
          <a:bodyPr spcFirstLastPara="1" wrap="square" lIns="0" tIns="0" rIns="0" bIns="0" anchor="t" anchorCtr="0">
            <a:spAutoFit/>
          </a:bodyPr>
          <a:lstStyle/>
          <a:p>
            <a:pPr marL="0" marR="0" lvl="0" indent="0" algn="ctr"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a:t>
            </a:r>
            <a:endParaRPr sz="1400" b="0" i="0" u="none" strike="noStrike" cap="none">
              <a:solidFill>
                <a:srgbClr val="000000"/>
              </a:solidFill>
              <a:latin typeface="Arial"/>
              <a:ea typeface="Arial"/>
              <a:cs typeface="Arial"/>
              <a:sym typeface="Arial"/>
            </a:endParaRPr>
          </a:p>
        </p:txBody>
      </p:sp>
      <p:graphicFrame>
        <p:nvGraphicFramePr>
          <p:cNvPr id="4" name="Gráfico 3"/>
          <p:cNvGraphicFramePr/>
          <p:nvPr>
            <p:extLst>
              <p:ext uri="{D42A27DB-BD31-4B8C-83A1-F6EECF244321}">
                <p14:modId xmlns:p14="http://schemas.microsoft.com/office/powerpoint/2010/main" val="585753107"/>
              </p:ext>
            </p:extLst>
          </p:nvPr>
        </p:nvGraphicFramePr>
        <p:xfrm>
          <a:off x="604573" y="4201975"/>
          <a:ext cx="7330059" cy="5089510"/>
        </p:xfrm>
        <a:graphic>
          <a:graphicData uri="http://schemas.openxmlformats.org/drawingml/2006/chart">
            <c:chart xmlns:c="http://schemas.openxmlformats.org/drawingml/2006/chart" xmlns:r="http://schemas.openxmlformats.org/officeDocument/2006/relationships" r:id="rId7"/>
          </a:graphicData>
        </a:graphic>
      </p:graphicFrame>
      <p:sp>
        <p:nvSpPr>
          <p:cNvPr id="6" name="CuadroTexto 5"/>
          <p:cNvSpPr txBox="1"/>
          <p:nvPr/>
        </p:nvSpPr>
        <p:spPr>
          <a:xfrm>
            <a:off x="8454771" y="4329982"/>
            <a:ext cx="9363628" cy="2794548"/>
          </a:xfrm>
          <a:prstGeom prst="rect">
            <a:avLst/>
          </a:prstGeom>
          <a:noFill/>
        </p:spPr>
        <p:txBody>
          <a:bodyPr wrap="square" rtlCol="0">
            <a:spAutoFit/>
          </a:bodyPr>
          <a:lstStyle/>
          <a:p>
            <a:pPr algn="just">
              <a:lnSpc>
                <a:spcPct val="150000"/>
              </a:lnSpc>
            </a:pPr>
            <a:r>
              <a:rPr lang="es-ES" sz="2400" dirty="0">
                <a:solidFill>
                  <a:srgbClr val="7030A0"/>
                </a:solidFill>
                <a:latin typeface="Public Sans" panose="020B0604020202020204" charset="0"/>
              </a:rPr>
              <a:t>Con el proyecto APT se busca incrementar en más de un </a:t>
            </a:r>
            <a:r>
              <a:rPr lang="es-ES" sz="2400" dirty="0" smtClean="0">
                <a:solidFill>
                  <a:srgbClr val="7030A0"/>
                </a:solidFill>
                <a:latin typeface="Public Sans" panose="020B0604020202020204" charset="0"/>
              </a:rPr>
              <a:t>20% </a:t>
            </a:r>
            <a:r>
              <a:rPr lang="es-ES" sz="2400" dirty="0">
                <a:solidFill>
                  <a:srgbClr val="7030A0"/>
                </a:solidFill>
                <a:latin typeface="Public Sans" panose="020B0604020202020204" charset="0"/>
              </a:rPr>
              <a:t>la calidad e interacción de las transmisiones en vivo, pasando de un 40% ofrecido por las soluciones actuales a un 6</a:t>
            </a:r>
            <a:r>
              <a:rPr lang="es-ES" sz="2400" dirty="0" smtClean="0">
                <a:solidFill>
                  <a:srgbClr val="7030A0"/>
                </a:solidFill>
                <a:latin typeface="Public Sans" panose="020B0604020202020204" charset="0"/>
              </a:rPr>
              <a:t>0</a:t>
            </a:r>
            <a:r>
              <a:rPr lang="es-ES" sz="2400" dirty="0">
                <a:solidFill>
                  <a:srgbClr val="7030A0"/>
                </a:solidFill>
                <a:latin typeface="Public Sans" panose="020B0604020202020204" charset="0"/>
              </a:rPr>
              <a:t>% </a:t>
            </a:r>
            <a:r>
              <a:rPr lang="es-ES" sz="2400" dirty="0" smtClean="0">
                <a:solidFill>
                  <a:srgbClr val="7030A0"/>
                </a:solidFill>
                <a:latin typeface="Public Sans" panose="020B0604020202020204" charset="0"/>
              </a:rPr>
              <a:t>garantizado, </a:t>
            </a:r>
            <a:r>
              <a:rPr lang="es-ES" sz="2400" dirty="0">
                <a:solidFill>
                  <a:srgbClr val="7030A0"/>
                </a:solidFill>
                <a:latin typeface="Public Sans" panose="020B0604020202020204" charset="0"/>
              </a:rPr>
              <a:t>asegurando experiencias más dinámicas, fluidas y participativas para los </a:t>
            </a:r>
            <a:r>
              <a:rPr lang="es-ES" sz="2400" dirty="0" smtClean="0">
                <a:solidFill>
                  <a:srgbClr val="7030A0"/>
                </a:solidFill>
                <a:latin typeface="Public Sans" panose="020B0604020202020204" charset="0"/>
              </a:rPr>
              <a:t>espectadores.</a:t>
            </a:r>
            <a:endParaRPr lang="en-US" sz="2400" dirty="0">
              <a:solidFill>
                <a:srgbClr val="7030A0"/>
              </a:solidFill>
              <a:latin typeface="Public Sans" panose="020B0604020202020204" charset="0"/>
            </a:endParaRPr>
          </a:p>
        </p:txBody>
      </p:sp>
    </p:spTree>
    <p:extLst>
      <p:ext uri="{BB962C8B-B14F-4D97-AF65-F5344CB8AC3E}">
        <p14:creationId xmlns:p14="http://schemas.microsoft.com/office/powerpoint/2010/main" val="3845881842"/>
      </p:ext>
    </p:extLst>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7"/>
            </a:stretch>
          </a:blipFill>
          <a:ln>
            <a:noFill/>
          </a:ln>
        </p:spPr>
      </p:sp>
      <p:sp>
        <p:nvSpPr>
          <p:cNvPr id="173" name="Google Shape;173;p5"/>
          <p:cNvSpPr/>
          <p:nvPr/>
        </p:nvSpPr>
        <p:spPr>
          <a:xfrm rot="2700000">
            <a:off x="-1003068" y="5792767"/>
            <a:ext cx="9571075" cy="8163329"/>
          </a:xfrm>
          <a:custGeom>
            <a:avLst/>
            <a:gdLst/>
            <a:ahLst/>
            <a:cxnLst/>
            <a:rect l="l" t="t" r="r" b="b"/>
            <a:pathLst>
              <a:path w="9571075" h="8163329" extrusionOk="0">
                <a:moveTo>
                  <a:pt x="0" y="0"/>
                </a:moveTo>
                <a:lnTo>
                  <a:pt x="9571075" y="0"/>
                </a:lnTo>
                <a:lnTo>
                  <a:pt x="9571075" y="8163329"/>
                </a:lnTo>
                <a:lnTo>
                  <a:pt x="0" y="8163329"/>
                </a:lnTo>
                <a:lnTo>
                  <a:pt x="0" y="0"/>
                </a:lnTo>
                <a:close/>
              </a:path>
            </a:pathLst>
          </a:custGeom>
          <a:blipFill rotWithShape="1">
            <a:blip r:embed="rId4">
              <a:alphaModFix amt="19999"/>
            </a:blip>
            <a:stretch>
              <a:fillRect/>
            </a:stretch>
          </a:blipFill>
          <a:ln>
            <a:noFill/>
          </a:ln>
        </p:spPr>
      </p:sp>
      <p:sp>
        <p:nvSpPr>
          <p:cNvPr id="174" name="Google Shape;174;p5"/>
          <p:cNvSpPr/>
          <p:nvPr/>
        </p:nvSpPr>
        <p:spPr>
          <a:xfrm>
            <a:off x="9437446" y="1028700"/>
            <a:ext cx="9711503" cy="9258300"/>
          </a:xfrm>
          <a:custGeom>
            <a:avLst/>
            <a:gdLst/>
            <a:ahLst/>
            <a:cxnLst/>
            <a:rect l="l" t="t" r="r" b="b"/>
            <a:pathLst>
              <a:path w="9711503" h="9258300" extrusionOk="0">
                <a:moveTo>
                  <a:pt x="0" y="0"/>
                </a:moveTo>
                <a:lnTo>
                  <a:pt x="9711503" y="0"/>
                </a:lnTo>
                <a:lnTo>
                  <a:pt x="9711503" y="9258300"/>
                </a:lnTo>
                <a:lnTo>
                  <a:pt x="0" y="9258300"/>
                </a:lnTo>
                <a:lnTo>
                  <a:pt x="0" y="0"/>
                </a:lnTo>
                <a:close/>
              </a:path>
            </a:pathLst>
          </a:custGeom>
          <a:blipFill rotWithShape="1">
            <a:blip r:embed="rId5">
              <a:alphaModFix/>
            </a:blip>
            <a:stretch>
              <a:fillRect/>
            </a:stretch>
          </a:blipFill>
          <a:ln>
            <a:noFill/>
          </a:ln>
        </p:spPr>
      </p:sp>
      <p:sp>
        <p:nvSpPr>
          <p:cNvPr id="175" name="Google Shape;175;p5"/>
          <p:cNvSpPr/>
          <p:nvPr/>
        </p:nvSpPr>
        <p:spPr>
          <a:xfrm flipH="1">
            <a:off x="13077592" y="1028700"/>
            <a:ext cx="6690329" cy="1321340"/>
          </a:xfrm>
          <a:custGeom>
            <a:avLst/>
            <a:gdLst/>
            <a:ahLst/>
            <a:cxnLst/>
            <a:rect l="l" t="t" r="r" b="b"/>
            <a:pathLst>
              <a:path w="6690329" h="1321340" extrusionOk="0">
                <a:moveTo>
                  <a:pt x="6690329" y="0"/>
                </a:moveTo>
                <a:lnTo>
                  <a:pt x="0" y="0"/>
                </a:lnTo>
                <a:lnTo>
                  <a:pt x="0" y="1321340"/>
                </a:lnTo>
                <a:lnTo>
                  <a:pt x="6690329" y="1321340"/>
                </a:lnTo>
                <a:lnTo>
                  <a:pt x="6690329" y="0"/>
                </a:lnTo>
                <a:close/>
              </a:path>
            </a:pathLst>
          </a:custGeom>
          <a:blipFill rotWithShape="1">
            <a:blip r:embed="rId6">
              <a:alphaModFix/>
            </a:blip>
            <a:stretch>
              <a:fillRect/>
            </a:stretch>
          </a:blipFill>
          <a:ln>
            <a:noFill/>
          </a:ln>
        </p:spPr>
      </p:sp>
      <p:cxnSp>
        <p:nvCxnSpPr>
          <p:cNvPr id="176" name="Google Shape;176;p5"/>
          <p:cNvCxnSpPr/>
          <p:nvPr/>
        </p:nvCxnSpPr>
        <p:spPr>
          <a:xfrm>
            <a:off x="1028700" y="1556284"/>
            <a:ext cx="6225810" cy="0"/>
          </a:xfrm>
          <a:prstGeom prst="straightConnector1">
            <a:avLst/>
          </a:prstGeom>
          <a:noFill/>
          <a:ln w="38100" cap="flat" cmpd="sng">
            <a:solidFill>
              <a:srgbClr val="FFFFFF"/>
            </a:solidFill>
            <a:prstDash val="solid"/>
            <a:round/>
            <a:headEnd type="oval" w="lg" len="lg"/>
            <a:tailEnd type="oval" w="lg" len="lg"/>
          </a:ln>
        </p:spPr>
      </p:cxnSp>
      <p:sp>
        <p:nvSpPr>
          <p:cNvPr id="177" name="Google Shape;177;p5"/>
          <p:cNvSpPr txBox="1"/>
          <p:nvPr/>
        </p:nvSpPr>
        <p:spPr>
          <a:xfrm>
            <a:off x="1028700" y="914334"/>
            <a:ext cx="4955072" cy="565750"/>
          </a:xfrm>
          <a:prstGeom prst="rect">
            <a:avLst/>
          </a:prstGeom>
          <a:noFill/>
          <a:ln>
            <a:noFill/>
          </a:ln>
        </p:spPr>
        <p:txBody>
          <a:bodyPr spcFirstLastPara="1" wrap="square" lIns="0" tIns="0" rIns="0" bIns="0" anchor="t" anchorCtr="0">
            <a:spAutoFit/>
          </a:bodyPr>
          <a:lstStyle/>
          <a:p>
            <a:pPr marL="0" marR="0" lvl="0" indent="0" algn="l" rtl="0">
              <a:lnSpc>
                <a:spcPct val="153997"/>
              </a:lnSpc>
              <a:spcBef>
                <a:spcPts val="0"/>
              </a:spcBef>
              <a:spcAft>
                <a:spcPts val="0"/>
              </a:spcAft>
              <a:buClr>
                <a:srgbClr val="000000"/>
              </a:buClr>
              <a:buSzPts val="3002"/>
              <a:buFont typeface="Arial"/>
              <a:buNone/>
            </a:pPr>
            <a:r>
              <a:rPr lang="en-US" sz="3002" b="0" i="0" u="none" strike="noStrike" cap="none">
                <a:solidFill>
                  <a:srgbClr val="FFFFFF"/>
                </a:solidFill>
                <a:latin typeface="Public Sans"/>
                <a:ea typeface="Public Sans"/>
                <a:cs typeface="Public Sans"/>
                <a:sym typeface="Public Sans"/>
              </a:rPr>
              <a:t>Objetivos del Proyecto</a:t>
            </a:r>
            <a:endParaRPr sz="1400" b="0" i="0" u="none" strike="noStrike" cap="none">
              <a:solidFill>
                <a:srgbClr val="000000"/>
              </a:solidFill>
              <a:latin typeface="Arial"/>
              <a:ea typeface="Arial"/>
              <a:cs typeface="Arial"/>
              <a:sym typeface="Arial"/>
            </a:endParaRPr>
          </a:p>
        </p:txBody>
      </p:sp>
      <p:sp>
        <p:nvSpPr>
          <p:cNvPr id="178" name="Google Shape;178;p5"/>
          <p:cNvSpPr txBox="1"/>
          <p:nvPr/>
        </p:nvSpPr>
        <p:spPr>
          <a:xfrm>
            <a:off x="1028700" y="4320316"/>
            <a:ext cx="7313128" cy="603242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000"/>
              <a:buFont typeface="Arial"/>
              <a:buNone/>
            </a:pPr>
            <a:r>
              <a:rPr lang="en-US" sz="2000" b="1" i="0" u="none" strike="noStrike" cap="none" dirty="0" err="1">
                <a:solidFill>
                  <a:srgbClr val="FFFFFF"/>
                </a:solidFill>
                <a:latin typeface="Public Sans"/>
                <a:ea typeface="Public Sans"/>
                <a:cs typeface="Public Sans"/>
                <a:sym typeface="Public Sans"/>
              </a:rPr>
              <a:t>Objetivos</a:t>
            </a:r>
            <a:r>
              <a:rPr lang="en-US" sz="2000" b="1" i="0" u="none" strike="noStrike" cap="none" dirty="0">
                <a:solidFill>
                  <a:srgbClr val="FFFFFF"/>
                </a:solidFill>
                <a:latin typeface="Public Sans"/>
                <a:ea typeface="Public Sans"/>
                <a:cs typeface="Public Sans"/>
                <a:sym typeface="Public Sans"/>
              </a:rPr>
              <a:t> </a:t>
            </a:r>
            <a:r>
              <a:rPr lang="en-US" sz="2000" b="1" i="0" u="none" strike="noStrike" cap="none" dirty="0" err="1">
                <a:solidFill>
                  <a:srgbClr val="FFFFFF"/>
                </a:solidFill>
                <a:latin typeface="Public Sans"/>
                <a:ea typeface="Public Sans"/>
                <a:cs typeface="Public Sans"/>
                <a:sym typeface="Public Sans"/>
              </a:rPr>
              <a:t>Específicos</a:t>
            </a:r>
            <a:r>
              <a:rPr lang="en-US" sz="2000" b="1" i="0" u="none" strike="noStrike" cap="none" dirty="0">
                <a:solidFill>
                  <a:srgbClr val="FFFFFF"/>
                </a:solidFill>
                <a:latin typeface="Public Sans"/>
                <a:ea typeface="Public Sans"/>
                <a:cs typeface="Public Sans"/>
                <a:sym typeface="Public Sans"/>
              </a:rPr>
              <a:t>:</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000"/>
              <a:buFont typeface="Arial"/>
              <a:buNone/>
            </a:pPr>
            <a:endParaRPr sz="2000" b="1" i="0" u="none" strike="noStrike" cap="none" dirty="0">
              <a:solidFill>
                <a:srgbClr val="FFFFFF"/>
              </a:solidFill>
              <a:latin typeface="Public Sans"/>
              <a:ea typeface="Public Sans"/>
              <a:cs typeface="Public Sans"/>
              <a:sym typeface="Public Sans"/>
            </a:endParaRPr>
          </a:p>
          <a:p>
            <a:pPr marL="431805" marR="0" lvl="1" indent="-215901" algn="l" rtl="0">
              <a:lnSpc>
                <a:spcPct val="140000"/>
              </a:lnSpc>
              <a:spcBef>
                <a:spcPts val="0"/>
              </a:spcBef>
              <a:spcAft>
                <a:spcPts val="0"/>
              </a:spcAft>
              <a:buClr>
                <a:srgbClr val="FFFFFF"/>
              </a:buClr>
              <a:buSzPts val="2000"/>
              <a:buFont typeface="Arial"/>
              <a:buChar char="•"/>
            </a:pPr>
            <a:r>
              <a:rPr lang="en-US" sz="2000" b="0" i="0" u="none" strike="noStrike" cap="none" dirty="0" err="1">
                <a:solidFill>
                  <a:srgbClr val="FFFFFF"/>
                </a:solidFill>
                <a:latin typeface="Public Sans"/>
                <a:ea typeface="Public Sans"/>
                <a:cs typeface="Public Sans"/>
                <a:sym typeface="Public Sans"/>
              </a:rPr>
              <a:t>Crear</a:t>
            </a:r>
            <a:r>
              <a:rPr lang="en-US" sz="2000" b="0" i="0" u="none" strike="noStrike" cap="none" dirty="0">
                <a:solidFill>
                  <a:srgbClr val="FFFFFF"/>
                </a:solidFill>
                <a:latin typeface="Public Sans"/>
                <a:ea typeface="Public Sans"/>
                <a:cs typeface="Public Sans"/>
                <a:sym typeface="Public Sans"/>
              </a:rPr>
              <a:t> un </a:t>
            </a:r>
            <a:r>
              <a:rPr lang="en-US" sz="2000" b="0" i="0" u="none" strike="noStrike" cap="none" dirty="0" err="1">
                <a:solidFill>
                  <a:srgbClr val="FFFFFF"/>
                </a:solidFill>
                <a:latin typeface="Public Sans"/>
                <a:ea typeface="Public Sans"/>
                <a:cs typeface="Public Sans"/>
                <a:sym typeface="Public Sans"/>
              </a:rPr>
              <a:t>producto</a:t>
            </a:r>
            <a:r>
              <a:rPr lang="en-US" sz="2000" b="0" i="0" u="none" strike="noStrike" cap="none" dirty="0">
                <a:solidFill>
                  <a:srgbClr val="FFFFFF"/>
                </a:solidFill>
                <a:latin typeface="Public Sans"/>
                <a:ea typeface="Public Sans"/>
                <a:cs typeface="Public Sans"/>
                <a:sym typeface="Public Sans"/>
              </a:rPr>
              <a:t> </a:t>
            </a:r>
            <a:r>
              <a:rPr lang="en-US" sz="2000" b="0" i="0" u="none" strike="noStrike" cap="none" dirty="0" err="1">
                <a:solidFill>
                  <a:srgbClr val="FFFFFF"/>
                </a:solidFill>
                <a:latin typeface="Public Sans"/>
                <a:ea typeface="Public Sans"/>
                <a:cs typeface="Public Sans"/>
                <a:sym typeface="Public Sans"/>
              </a:rPr>
              <a:t>mínimo</a:t>
            </a:r>
            <a:r>
              <a:rPr lang="en-US" sz="2000" b="0" i="0" u="none" strike="noStrike" cap="none" dirty="0">
                <a:solidFill>
                  <a:srgbClr val="FFFFFF"/>
                </a:solidFill>
                <a:latin typeface="Public Sans"/>
                <a:ea typeface="Public Sans"/>
                <a:cs typeface="Public Sans"/>
                <a:sym typeface="Public Sans"/>
              </a:rPr>
              <a:t> viable (PMV).</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000"/>
              <a:buFont typeface="Arial"/>
              <a:buNone/>
            </a:pPr>
            <a:endParaRPr sz="2000" b="0" i="0" u="none" strike="noStrike" cap="none" dirty="0">
              <a:solidFill>
                <a:srgbClr val="FFFFFF"/>
              </a:solidFill>
              <a:latin typeface="Public Sans"/>
              <a:ea typeface="Public Sans"/>
              <a:cs typeface="Public Sans"/>
              <a:sym typeface="Public Sans"/>
            </a:endParaRPr>
          </a:p>
          <a:p>
            <a:pPr marL="431805" marR="0" lvl="1" indent="-215901" algn="l" rtl="0">
              <a:lnSpc>
                <a:spcPct val="140000"/>
              </a:lnSpc>
              <a:spcBef>
                <a:spcPts val="0"/>
              </a:spcBef>
              <a:spcAft>
                <a:spcPts val="0"/>
              </a:spcAft>
              <a:buClr>
                <a:srgbClr val="FFFFFF"/>
              </a:buClr>
              <a:buSzPts val="2000"/>
              <a:buFont typeface="Arial"/>
              <a:buChar char="•"/>
            </a:pPr>
            <a:r>
              <a:rPr lang="en-US" sz="2000" b="0" i="0" u="none" strike="noStrike" cap="none" dirty="0" err="1">
                <a:solidFill>
                  <a:srgbClr val="FFFFFF"/>
                </a:solidFill>
                <a:latin typeface="Public Sans"/>
                <a:ea typeface="Public Sans"/>
                <a:cs typeface="Public Sans"/>
                <a:sym typeface="Public Sans"/>
              </a:rPr>
              <a:t>Integrar</a:t>
            </a:r>
            <a:r>
              <a:rPr lang="en-US" sz="2000" b="0" i="0" u="none" strike="noStrike" cap="none" dirty="0">
                <a:solidFill>
                  <a:srgbClr val="FFFFFF"/>
                </a:solidFill>
                <a:latin typeface="Public Sans"/>
                <a:ea typeface="Public Sans"/>
                <a:cs typeface="Public Sans"/>
                <a:sym typeface="Public Sans"/>
              </a:rPr>
              <a:t> las APIs </a:t>
            </a:r>
            <a:r>
              <a:rPr lang="en-US" sz="2000" b="0" i="0" u="none" strike="noStrike" cap="none" dirty="0" smtClean="0">
                <a:solidFill>
                  <a:srgbClr val="FFFFFF"/>
                </a:solidFill>
                <a:latin typeface="Public Sans"/>
                <a:ea typeface="Public Sans"/>
                <a:cs typeface="Public Sans"/>
                <a:sym typeface="Public Sans"/>
              </a:rPr>
              <a:t>de Gemini </a:t>
            </a:r>
            <a:r>
              <a:rPr lang="en-US" sz="2000" b="0" i="0" u="none" strike="noStrike" cap="none" dirty="0">
                <a:solidFill>
                  <a:srgbClr val="FFFFFF"/>
                </a:solidFill>
                <a:latin typeface="Public Sans"/>
                <a:ea typeface="Public Sans"/>
                <a:cs typeface="Public Sans"/>
                <a:sym typeface="Public Sans"/>
              </a:rPr>
              <a:t>y </a:t>
            </a:r>
            <a:r>
              <a:rPr lang="en-US" sz="2000" b="0" i="0" u="none" strike="noStrike" cap="none" dirty="0" err="1">
                <a:solidFill>
                  <a:srgbClr val="FFFFFF"/>
                </a:solidFill>
                <a:latin typeface="Public Sans"/>
                <a:ea typeface="Public Sans"/>
                <a:cs typeface="Public Sans"/>
                <a:sym typeface="Public Sans"/>
              </a:rPr>
              <a:t>ElevenLabs</a:t>
            </a:r>
            <a:r>
              <a:rPr lang="en-US" sz="2000" b="0" i="0" u="none" strike="noStrike" cap="none" dirty="0">
                <a:solidFill>
                  <a:srgbClr val="FFFFFF"/>
                </a:solidFill>
                <a:latin typeface="Public Sans"/>
                <a:ea typeface="Public Sans"/>
                <a:cs typeface="Public Sans"/>
                <a:sym typeface="Public Sans"/>
              </a:rPr>
              <a:t>.</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000"/>
              <a:buFont typeface="Arial"/>
              <a:buNone/>
            </a:pPr>
            <a:endParaRPr sz="2000" b="0" i="0" u="none" strike="noStrike" cap="none" dirty="0">
              <a:solidFill>
                <a:srgbClr val="FFFFFF"/>
              </a:solidFill>
              <a:latin typeface="Public Sans"/>
              <a:ea typeface="Public Sans"/>
              <a:cs typeface="Public Sans"/>
              <a:sym typeface="Public Sans"/>
            </a:endParaRPr>
          </a:p>
          <a:p>
            <a:pPr marL="431805" marR="0" lvl="1" indent="-215901" algn="l" rtl="0">
              <a:lnSpc>
                <a:spcPct val="140000"/>
              </a:lnSpc>
              <a:spcBef>
                <a:spcPts val="0"/>
              </a:spcBef>
              <a:spcAft>
                <a:spcPts val="0"/>
              </a:spcAft>
              <a:buClr>
                <a:srgbClr val="FFFFFF"/>
              </a:buClr>
              <a:buSzPts val="2000"/>
              <a:buFont typeface="Arial"/>
              <a:buChar char="•"/>
            </a:pPr>
            <a:r>
              <a:rPr lang="en-US" sz="2000" b="0" i="0" u="none" strike="noStrike" cap="none" dirty="0" err="1">
                <a:solidFill>
                  <a:srgbClr val="FFFFFF"/>
                </a:solidFill>
                <a:latin typeface="Public Sans"/>
                <a:ea typeface="Public Sans"/>
                <a:cs typeface="Public Sans"/>
                <a:sym typeface="Public Sans"/>
              </a:rPr>
              <a:t>Implementar</a:t>
            </a:r>
            <a:r>
              <a:rPr lang="en-US" sz="2000" b="0" i="0" u="none" strike="noStrike" cap="none" dirty="0">
                <a:solidFill>
                  <a:srgbClr val="FFFFFF"/>
                </a:solidFill>
                <a:latin typeface="Public Sans"/>
                <a:ea typeface="Public Sans"/>
                <a:cs typeface="Public Sans"/>
                <a:sym typeface="Public Sans"/>
              </a:rPr>
              <a:t> </a:t>
            </a:r>
            <a:r>
              <a:rPr lang="en-US" sz="2000" b="0" i="0" u="none" strike="noStrike" cap="none" dirty="0" err="1">
                <a:solidFill>
                  <a:srgbClr val="FFFFFF"/>
                </a:solidFill>
                <a:latin typeface="Public Sans"/>
                <a:ea typeface="Public Sans"/>
                <a:cs typeface="Public Sans"/>
                <a:sym typeface="Public Sans"/>
              </a:rPr>
              <a:t>salida</a:t>
            </a:r>
            <a:r>
              <a:rPr lang="en-US" sz="2000" b="0" i="0" u="none" strike="noStrike" cap="none" dirty="0">
                <a:solidFill>
                  <a:srgbClr val="FFFFFF"/>
                </a:solidFill>
                <a:latin typeface="Public Sans"/>
                <a:ea typeface="Public Sans"/>
                <a:cs typeface="Public Sans"/>
                <a:sym typeface="Public Sans"/>
              </a:rPr>
              <a:t> de audio virtual.</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000"/>
              <a:buFont typeface="Arial"/>
              <a:buNone/>
            </a:pPr>
            <a:endParaRPr sz="2000" b="0" i="0" u="none" strike="noStrike" cap="none" dirty="0">
              <a:solidFill>
                <a:srgbClr val="FFFFFF"/>
              </a:solidFill>
              <a:latin typeface="Public Sans"/>
              <a:ea typeface="Public Sans"/>
              <a:cs typeface="Public Sans"/>
              <a:sym typeface="Public Sans"/>
            </a:endParaRPr>
          </a:p>
          <a:p>
            <a:pPr marL="431805" marR="0" lvl="1" indent="-215901" algn="l" rtl="0">
              <a:lnSpc>
                <a:spcPct val="140000"/>
              </a:lnSpc>
              <a:spcBef>
                <a:spcPts val="0"/>
              </a:spcBef>
              <a:spcAft>
                <a:spcPts val="0"/>
              </a:spcAft>
              <a:buClr>
                <a:srgbClr val="FFFFFF"/>
              </a:buClr>
              <a:buSzPts val="2000"/>
              <a:buFont typeface="Arial"/>
              <a:buChar char="•"/>
            </a:pPr>
            <a:r>
              <a:rPr lang="en-US" sz="2000" b="0" i="0" u="none" strike="noStrike" cap="none" dirty="0" err="1">
                <a:solidFill>
                  <a:srgbClr val="FFFFFF"/>
                </a:solidFill>
                <a:latin typeface="Public Sans"/>
                <a:ea typeface="Public Sans"/>
                <a:cs typeface="Public Sans"/>
                <a:sym typeface="Public Sans"/>
              </a:rPr>
              <a:t>Diseñar</a:t>
            </a:r>
            <a:r>
              <a:rPr lang="en-US" sz="2000" b="0" i="0" u="none" strike="noStrike" cap="none" dirty="0">
                <a:solidFill>
                  <a:srgbClr val="FFFFFF"/>
                </a:solidFill>
                <a:latin typeface="Public Sans"/>
                <a:ea typeface="Public Sans"/>
                <a:cs typeface="Public Sans"/>
                <a:sym typeface="Public Sans"/>
              </a:rPr>
              <a:t> una </a:t>
            </a:r>
            <a:r>
              <a:rPr lang="en-US" sz="2000" b="0" i="0" u="none" strike="noStrike" cap="none" dirty="0" err="1">
                <a:solidFill>
                  <a:srgbClr val="FFFFFF"/>
                </a:solidFill>
                <a:latin typeface="Public Sans"/>
                <a:ea typeface="Public Sans"/>
                <a:cs typeface="Public Sans"/>
                <a:sym typeface="Public Sans"/>
              </a:rPr>
              <a:t>aplicación</a:t>
            </a:r>
            <a:r>
              <a:rPr lang="en-US" sz="2000" b="0" i="0" u="none" strike="noStrike" cap="none" dirty="0">
                <a:solidFill>
                  <a:srgbClr val="FFFFFF"/>
                </a:solidFill>
                <a:latin typeface="Public Sans"/>
                <a:ea typeface="Public Sans"/>
                <a:cs typeface="Public Sans"/>
                <a:sym typeface="Public Sans"/>
              </a:rPr>
              <a:t> de </a:t>
            </a:r>
            <a:r>
              <a:rPr lang="en-US" sz="2000" b="0" i="0" u="none" strike="noStrike" cap="none" dirty="0" err="1">
                <a:solidFill>
                  <a:srgbClr val="FFFFFF"/>
                </a:solidFill>
                <a:latin typeface="Public Sans"/>
                <a:ea typeface="Public Sans"/>
                <a:cs typeface="Public Sans"/>
                <a:sym typeface="Public Sans"/>
              </a:rPr>
              <a:t>escritorio</a:t>
            </a:r>
            <a:r>
              <a:rPr lang="en-US" sz="2000" b="0" i="0" u="none" strike="noStrike" cap="none" dirty="0">
                <a:solidFill>
                  <a:srgbClr val="FFFFFF"/>
                </a:solidFill>
                <a:latin typeface="Public Sans"/>
                <a:ea typeface="Public Sans"/>
                <a:cs typeface="Public Sans"/>
                <a:sym typeface="Public Sans"/>
              </a:rPr>
              <a:t> para la </a:t>
            </a:r>
            <a:r>
              <a:rPr lang="en-US" sz="2000" b="0" i="0" u="none" strike="noStrike" cap="none" dirty="0" err="1">
                <a:solidFill>
                  <a:srgbClr val="FFFFFF"/>
                </a:solidFill>
                <a:latin typeface="Public Sans"/>
                <a:ea typeface="Public Sans"/>
                <a:cs typeface="Public Sans"/>
                <a:sym typeface="Public Sans"/>
              </a:rPr>
              <a:t>configuración</a:t>
            </a:r>
            <a:r>
              <a:rPr lang="en-US" sz="2000" b="0" i="0" u="none" strike="noStrike" cap="none" dirty="0">
                <a:solidFill>
                  <a:srgbClr val="FFFFFF"/>
                </a:solidFill>
                <a:latin typeface="Public Sans"/>
                <a:ea typeface="Public Sans"/>
                <a:cs typeface="Public Sans"/>
                <a:sym typeface="Public Sans"/>
              </a:rPr>
              <a:t> del </a:t>
            </a:r>
            <a:r>
              <a:rPr lang="en-US" sz="2000" b="0" i="0" u="none" strike="noStrike" cap="none" dirty="0" err="1">
                <a:solidFill>
                  <a:srgbClr val="FFFFFF"/>
                </a:solidFill>
                <a:latin typeface="Public Sans"/>
                <a:ea typeface="Public Sans"/>
                <a:cs typeface="Public Sans"/>
                <a:sym typeface="Public Sans"/>
              </a:rPr>
              <a:t>asistente</a:t>
            </a:r>
            <a:r>
              <a:rPr lang="en-US" sz="2000" b="0" i="0" u="none" strike="noStrike" cap="none" dirty="0">
                <a:solidFill>
                  <a:srgbClr val="FFFFFF"/>
                </a:solidFill>
                <a:latin typeface="Public Sans"/>
                <a:ea typeface="Public Sans"/>
                <a:cs typeface="Public Sans"/>
                <a:sym typeface="Public Sans"/>
              </a:rPr>
              <a:t>.</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000"/>
              <a:buFont typeface="Arial"/>
              <a:buNone/>
            </a:pPr>
            <a:endParaRPr sz="2000" b="0" i="0" u="none" strike="noStrike" cap="none" dirty="0">
              <a:solidFill>
                <a:srgbClr val="FFFFFF"/>
              </a:solidFill>
              <a:latin typeface="Public Sans"/>
              <a:ea typeface="Public Sans"/>
              <a:cs typeface="Public Sans"/>
              <a:sym typeface="Public Sans"/>
            </a:endParaRPr>
          </a:p>
          <a:p>
            <a:pPr marL="431805" marR="0" lvl="1" indent="-215901" algn="l" rtl="0">
              <a:lnSpc>
                <a:spcPct val="140000"/>
              </a:lnSpc>
              <a:spcBef>
                <a:spcPts val="0"/>
              </a:spcBef>
              <a:spcAft>
                <a:spcPts val="0"/>
              </a:spcAft>
              <a:buClr>
                <a:srgbClr val="FFFFFF"/>
              </a:buClr>
              <a:buSzPts val="2000"/>
              <a:buFont typeface="Arial"/>
              <a:buChar char="•"/>
            </a:pPr>
            <a:r>
              <a:rPr lang="en-US" sz="2000" b="0" i="0" u="none" strike="noStrike" cap="none" dirty="0" err="1">
                <a:solidFill>
                  <a:srgbClr val="FFFFFF"/>
                </a:solidFill>
                <a:latin typeface="Public Sans"/>
                <a:ea typeface="Public Sans"/>
                <a:cs typeface="Public Sans"/>
                <a:sym typeface="Public Sans"/>
              </a:rPr>
              <a:t>Incorporar</a:t>
            </a:r>
            <a:r>
              <a:rPr lang="en-US" sz="2000" b="0" i="0" u="none" strike="noStrike" cap="none" dirty="0">
                <a:solidFill>
                  <a:srgbClr val="FFFFFF"/>
                </a:solidFill>
                <a:latin typeface="Public Sans"/>
                <a:ea typeface="Public Sans"/>
                <a:cs typeface="Public Sans"/>
                <a:sym typeface="Public Sans"/>
              </a:rPr>
              <a:t> una base de </a:t>
            </a:r>
            <a:r>
              <a:rPr lang="en-US" sz="2000" b="0" i="0" u="none" strike="noStrike" cap="none" dirty="0" err="1">
                <a:solidFill>
                  <a:srgbClr val="FFFFFF"/>
                </a:solidFill>
                <a:latin typeface="Public Sans"/>
                <a:ea typeface="Public Sans"/>
                <a:cs typeface="Public Sans"/>
                <a:sym typeface="Public Sans"/>
              </a:rPr>
              <a:t>datos</a:t>
            </a:r>
            <a:r>
              <a:rPr lang="en-US" sz="2000" b="0" i="0" u="none" strike="noStrike" cap="none" dirty="0">
                <a:solidFill>
                  <a:srgbClr val="FFFFFF"/>
                </a:solidFill>
                <a:latin typeface="Public Sans"/>
                <a:ea typeface="Public Sans"/>
                <a:cs typeface="Public Sans"/>
                <a:sym typeface="Public Sans"/>
              </a:rPr>
              <a:t> para almacenar </a:t>
            </a:r>
            <a:r>
              <a:rPr lang="en-US" sz="2000" b="0" i="0" u="none" strike="noStrike" cap="none" dirty="0" err="1">
                <a:solidFill>
                  <a:srgbClr val="FFFFFF"/>
                </a:solidFill>
                <a:latin typeface="Public Sans"/>
                <a:ea typeface="Public Sans"/>
                <a:cs typeface="Public Sans"/>
                <a:sym typeface="Public Sans"/>
              </a:rPr>
              <a:t>interacciones</a:t>
            </a:r>
            <a:r>
              <a:rPr lang="en-US" sz="2000" b="0" i="0" u="none" strike="noStrike" cap="none" dirty="0">
                <a:solidFill>
                  <a:srgbClr val="FFFFFF"/>
                </a:solidFill>
                <a:latin typeface="Public Sans"/>
                <a:ea typeface="Public Sans"/>
                <a:cs typeface="Public Sans"/>
                <a:sym typeface="Public Sans"/>
              </a:rPr>
              <a:t>.</a:t>
            </a:r>
            <a:endParaRPr sz="1400" b="0" i="0" u="none" strike="noStrike" cap="none" dirty="0">
              <a:solidFill>
                <a:srgbClr val="000000"/>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2000"/>
              <a:buFont typeface="Arial"/>
              <a:buNone/>
            </a:pPr>
            <a:endParaRPr sz="2000" b="0" i="0" u="none" strike="noStrike" cap="none" dirty="0">
              <a:solidFill>
                <a:srgbClr val="FFFFFF"/>
              </a:solidFill>
              <a:latin typeface="Public Sans"/>
              <a:ea typeface="Public Sans"/>
              <a:cs typeface="Public Sans"/>
              <a:sym typeface="Public Sans"/>
            </a:endParaRPr>
          </a:p>
        </p:txBody>
      </p:sp>
      <p:sp>
        <p:nvSpPr>
          <p:cNvPr id="179" name="Google Shape;179;p5"/>
          <p:cNvSpPr txBox="1"/>
          <p:nvPr/>
        </p:nvSpPr>
        <p:spPr>
          <a:xfrm>
            <a:off x="1028700" y="2008248"/>
            <a:ext cx="8115300" cy="167232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2400"/>
              <a:buFont typeface="Arial"/>
              <a:buNone/>
            </a:pPr>
            <a:r>
              <a:rPr lang="en-US" sz="2400" b="1" i="0" u="none" strike="noStrike" cap="none">
                <a:solidFill>
                  <a:srgbClr val="FFFFFF"/>
                </a:solidFill>
                <a:latin typeface="Public Sans"/>
                <a:ea typeface="Public Sans"/>
                <a:cs typeface="Public Sans"/>
                <a:sym typeface="Public Sans"/>
              </a:rPr>
              <a:t>Objetivo General:</a:t>
            </a:r>
            <a:endParaRPr sz="1400" b="0" i="0" u="none" strike="noStrike" cap="none">
              <a:solidFill>
                <a:srgbClr val="000000"/>
              </a:solidFill>
              <a:latin typeface="Arial"/>
              <a:ea typeface="Arial"/>
              <a:cs typeface="Arial"/>
              <a:sym typeface="Arial"/>
            </a:endParaRPr>
          </a:p>
          <a:p>
            <a:pPr marL="0" marR="0" lvl="0" indent="0" algn="just" rtl="0">
              <a:lnSpc>
                <a:spcPct val="140000"/>
              </a:lnSpc>
              <a:spcBef>
                <a:spcPts val="0"/>
              </a:spcBef>
              <a:spcAft>
                <a:spcPts val="0"/>
              </a:spcAft>
              <a:buClr>
                <a:srgbClr val="000000"/>
              </a:buClr>
              <a:buSzPts val="2400"/>
              <a:buFont typeface="Arial"/>
              <a:buNone/>
            </a:pPr>
            <a:r>
              <a:rPr lang="en-US" sz="2400" b="0" i="0" u="none" strike="noStrike" cap="none">
                <a:solidFill>
                  <a:srgbClr val="FFFFFF"/>
                </a:solidFill>
                <a:latin typeface="Public Sans Thin"/>
                <a:ea typeface="Public Sans Thin"/>
                <a:cs typeface="Public Sans Thin"/>
                <a:sym typeface="Public Sans Thin"/>
              </a:rPr>
              <a:t>Desarrollar un asistente virtual que mejore la interacción entre streamer y espectadores mediante voz e inteligencia artificial.</a:t>
            </a:r>
            <a:endParaRPr sz="1400" b="0" i="0" u="none" strike="noStrike" cap="none">
              <a:solidFill>
                <a:srgbClr val="000000"/>
              </a:solidFill>
              <a:latin typeface="Arial"/>
              <a:ea typeface="Arial"/>
              <a:cs typeface="Arial"/>
              <a:sym typeface="Arial"/>
            </a:endParaRPr>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pSp>
        <p:nvGrpSpPr>
          <p:cNvPr id="184" name="Google Shape;184;p6"/>
          <p:cNvGrpSpPr/>
          <p:nvPr/>
        </p:nvGrpSpPr>
        <p:grpSpPr>
          <a:xfrm>
            <a:off x="102" y="0"/>
            <a:ext cx="18394680" cy="5749840"/>
            <a:chOff x="0" y="0"/>
            <a:chExt cx="24526240" cy="7666453"/>
          </a:xfrm>
        </p:grpSpPr>
        <p:sp>
          <p:nvSpPr>
            <p:cNvPr id="185" name="Google Shape;185;p6"/>
            <p:cNvSpPr/>
            <p:nvPr/>
          </p:nvSpPr>
          <p:spPr>
            <a:xfrm>
              <a:off x="0" y="0"/>
              <a:ext cx="24526240" cy="6659987"/>
            </a:xfrm>
            <a:custGeom>
              <a:avLst/>
              <a:gdLst/>
              <a:ahLst/>
              <a:cxnLst/>
              <a:rect l="l" t="t" r="r" b="b"/>
              <a:pathLst>
                <a:path w="24526240" h="6659987" extrusionOk="0">
                  <a:moveTo>
                    <a:pt x="0" y="0"/>
                  </a:moveTo>
                  <a:lnTo>
                    <a:pt x="24526240" y="0"/>
                  </a:lnTo>
                  <a:lnTo>
                    <a:pt x="24526240" y="6659987"/>
                  </a:lnTo>
                  <a:lnTo>
                    <a:pt x="0" y="6659987"/>
                  </a:lnTo>
                  <a:lnTo>
                    <a:pt x="0" y="0"/>
                  </a:lnTo>
                  <a:close/>
                </a:path>
              </a:pathLst>
            </a:custGeom>
            <a:blipFill rotWithShape="1">
              <a:blip r:embed="rId3">
                <a:alphaModFix/>
              </a:blip>
              <a:stretch>
                <a:fillRect t="-40101" b="-105225"/>
              </a:stretch>
            </a:blipFill>
            <a:ln>
              <a:noFill/>
            </a:ln>
          </p:spPr>
        </p:sp>
        <p:sp>
          <p:nvSpPr>
            <p:cNvPr id="186" name="Google Shape;186;p6"/>
            <p:cNvSpPr/>
            <p:nvPr/>
          </p:nvSpPr>
          <p:spPr>
            <a:xfrm>
              <a:off x="2708073" y="6659987"/>
              <a:ext cx="18563260" cy="1006466"/>
            </a:xfrm>
            <a:custGeom>
              <a:avLst/>
              <a:gdLst/>
              <a:ahLst/>
              <a:cxnLst/>
              <a:rect l="l" t="t" r="r" b="b"/>
              <a:pathLst>
                <a:path w="18563260" h="1006466" extrusionOk="0">
                  <a:moveTo>
                    <a:pt x="0" y="0"/>
                  </a:moveTo>
                  <a:lnTo>
                    <a:pt x="18563260" y="0"/>
                  </a:lnTo>
                  <a:lnTo>
                    <a:pt x="18563260" y="1006466"/>
                  </a:lnTo>
                  <a:lnTo>
                    <a:pt x="0" y="1006466"/>
                  </a:lnTo>
                  <a:lnTo>
                    <a:pt x="0" y="0"/>
                  </a:lnTo>
                  <a:close/>
                </a:path>
              </a:pathLst>
            </a:custGeom>
            <a:blipFill rotWithShape="1">
              <a:blip r:embed="rId4">
                <a:alphaModFix amt="80000"/>
              </a:blip>
              <a:stretch>
                <a:fillRect t="-8786" b="-8787"/>
              </a:stretch>
            </a:blipFill>
            <a:ln>
              <a:noFill/>
            </a:ln>
          </p:spPr>
        </p:sp>
      </p:grpSp>
      <p:cxnSp>
        <p:nvCxnSpPr>
          <p:cNvPr id="187" name="Google Shape;187;p6"/>
          <p:cNvCxnSpPr/>
          <p:nvPr/>
        </p:nvCxnSpPr>
        <p:spPr>
          <a:xfrm>
            <a:off x="1577097" y="5749840"/>
            <a:ext cx="15200043" cy="0"/>
          </a:xfrm>
          <a:prstGeom prst="straightConnector1">
            <a:avLst/>
          </a:prstGeom>
          <a:noFill/>
          <a:ln w="38100" cap="flat" cmpd="sng">
            <a:solidFill>
              <a:srgbClr val="311581"/>
            </a:solidFill>
            <a:prstDash val="solid"/>
            <a:round/>
            <a:headEnd type="none" w="sm" len="sm"/>
            <a:tailEnd type="none" w="sm" len="sm"/>
          </a:ln>
        </p:spPr>
      </p:cxnSp>
      <p:grpSp>
        <p:nvGrpSpPr>
          <p:cNvPr id="188" name="Google Shape;188;p6"/>
          <p:cNvGrpSpPr/>
          <p:nvPr/>
        </p:nvGrpSpPr>
        <p:grpSpPr>
          <a:xfrm>
            <a:off x="1374256" y="5509340"/>
            <a:ext cx="306912" cy="306912"/>
            <a:chOff x="0" y="0"/>
            <a:chExt cx="812800" cy="812800"/>
          </a:xfrm>
        </p:grpSpPr>
        <p:sp>
          <p:nvSpPr>
            <p:cNvPr id="189" name="Google Shape;189;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15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6"/>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91" name="Google Shape;191;p6"/>
          <p:cNvGrpSpPr/>
          <p:nvPr/>
        </p:nvGrpSpPr>
        <p:grpSpPr>
          <a:xfrm>
            <a:off x="4528942" y="5509340"/>
            <a:ext cx="306912" cy="306912"/>
            <a:chOff x="0" y="0"/>
            <a:chExt cx="812800" cy="812800"/>
          </a:xfrm>
        </p:grpSpPr>
        <p:sp>
          <p:nvSpPr>
            <p:cNvPr id="192" name="Google Shape;192;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15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6"/>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94" name="Google Shape;194;p6"/>
          <p:cNvGrpSpPr/>
          <p:nvPr/>
        </p:nvGrpSpPr>
        <p:grpSpPr>
          <a:xfrm>
            <a:off x="8430619" y="5509340"/>
            <a:ext cx="306912" cy="306912"/>
            <a:chOff x="0" y="0"/>
            <a:chExt cx="812800" cy="812800"/>
          </a:xfrm>
        </p:grpSpPr>
        <p:sp>
          <p:nvSpPr>
            <p:cNvPr id="195" name="Google Shape;195;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15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6"/>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197" name="Google Shape;197;p6"/>
          <p:cNvGrpSpPr/>
          <p:nvPr/>
        </p:nvGrpSpPr>
        <p:grpSpPr>
          <a:xfrm>
            <a:off x="13431136" y="5509340"/>
            <a:ext cx="306912" cy="306912"/>
            <a:chOff x="0" y="0"/>
            <a:chExt cx="812800" cy="812800"/>
          </a:xfrm>
        </p:grpSpPr>
        <p:sp>
          <p:nvSpPr>
            <p:cNvPr id="198" name="Google Shape;198;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15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6"/>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00" name="Google Shape;200;p6"/>
          <p:cNvSpPr/>
          <p:nvPr/>
        </p:nvSpPr>
        <p:spPr>
          <a:xfrm>
            <a:off x="14494558" y="2762801"/>
            <a:ext cx="2796646" cy="2746539"/>
          </a:xfrm>
          <a:custGeom>
            <a:avLst/>
            <a:gdLst/>
            <a:ahLst/>
            <a:cxnLst/>
            <a:rect l="l" t="t" r="r" b="b"/>
            <a:pathLst>
              <a:path w="2796646" h="2746539" extrusionOk="0">
                <a:moveTo>
                  <a:pt x="0" y="0"/>
                </a:moveTo>
                <a:lnTo>
                  <a:pt x="2796646" y="0"/>
                </a:lnTo>
                <a:lnTo>
                  <a:pt x="2796646" y="2746539"/>
                </a:lnTo>
                <a:lnTo>
                  <a:pt x="0" y="2746539"/>
                </a:lnTo>
                <a:lnTo>
                  <a:pt x="0" y="0"/>
                </a:lnTo>
                <a:close/>
              </a:path>
            </a:pathLst>
          </a:custGeom>
          <a:blipFill rotWithShape="1">
            <a:blip r:embed="rId5">
              <a:alphaModFix/>
            </a:blip>
            <a:stretch>
              <a:fillRect/>
            </a:stretch>
          </a:blipFill>
          <a:ln>
            <a:noFill/>
          </a:ln>
        </p:spPr>
      </p:sp>
      <p:sp>
        <p:nvSpPr>
          <p:cNvPr id="201" name="Google Shape;201;p6"/>
          <p:cNvSpPr/>
          <p:nvPr/>
        </p:nvSpPr>
        <p:spPr>
          <a:xfrm flipH="1">
            <a:off x="13077592" y="1028700"/>
            <a:ext cx="6690329" cy="1321340"/>
          </a:xfrm>
          <a:custGeom>
            <a:avLst/>
            <a:gdLst/>
            <a:ahLst/>
            <a:cxnLst/>
            <a:rect l="l" t="t" r="r" b="b"/>
            <a:pathLst>
              <a:path w="6690329" h="1321340" extrusionOk="0">
                <a:moveTo>
                  <a:pt x="6690329" y="0"/>
                </a:moveTo>
                <a:lnTo>
                  <a:pt x="0" y="0"/>
                </a:lnTo>
                <a:lnTo>
                  <a:pt x="0" y="1321340"/>
                </a:lnTo>
                <a:lnTo>
                  <a:pt x="6690329" y="1321340"/>
                </a:lnTo>
                <a:lnTo>
                  <a:pt x="6690329" y="0"/>
                </a:lnTo>
                <a:close/>
              </a:path>
            </a:pathLst>
          </a:custGeom>
          <a:blipFill rotWithShape="1">
            <a:blip r:embed="rId6">
              <a:alphaModFix/>
            </a:blip>
            <a:stretch>
              <a:fillRect/>
            </a:stretch>
          </a:blipFill>
          <a:ln>
            <a:noFill/>
          </a:ln>
        </p:spPr>
      </p:sp>
      <p:grpSp>
        <p:nvGrpSpPr>
          <p:cNvPr id="202" name="Google Shape;202;p6"/>
          <p:cNvGrpSpPr/>
          <p:nvPr/>
        </p:nvGrpSpPr>
        <p:grpSpPr>
          <a:xfrm>
            <a:off x="16539329" y="5552862"/>
            <a:ext cx="306912" cy="306912"/>
            <a:chOff x="0" y="0"/>
            <a:chExt cx="812800" cy="812800"/>
          </a:xfrm>
        </p:grpSpPr>
        <p:sp>
          <p:nvSpPr>
            <p:cNvPr id="203" name="Google Shape;203;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15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6"/>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05" name="Google Shape;205;p6"/>
          <p:cNvSpPr/>
          <p:nvPr/>
        </p:nvSpPr>
        <p:spPr>
          <a:xfrm>
            <a:off x="1211886" y="7788614"/>
            <a:ext cx="631653" cy="631653"/>
          </a:xfrm>
          <a:custGeom>
            <a:avLst/>
            <a:gdLst/>
            <a:ahLst/>
            <a:cxnLst/>
            <a:rect l="l" t="t" r="r" b="b"/>
            <a:pathLst>
              <a:path w="631653" h="631653" extrusionOk="0">
                <a:moveTo>
                  <a:pt x="0" y="0"/>
                </a:moveTo>
                <a:lnTo>
                  <a:pt x="631652" y="0"/>
                </a:lnTo>
                <a:lnTo>
                  <a:pt x="631652" y="631653"/>
                </a:lnTo>
                <a:lnTo>
                  <a:pt x="0" y="631653"/>
                </a:lnTo>
                <a:lnTo>
                  <a:pt x="0" y="0"/>
                </a:lnTo>
                <a:close/>
              </a:path>
            </a:pathLst>
          </a:custGeom>
          <a:blipFill rotWithShape="1">
            <a:blip r:embed="rId7">
              <a:alphaModFix/>
            </a:blip>
            <a:stretch>
              <a:fillRect/>
            </a:stretch>
          </a:blipFill>
          <a:ln>
            <a:noFill/>
          </a:ln>
        </p:spPr>
      </p:sp>
      <p:sp>
        <p:nvSpPr>
          <p:cNvPr id="206" name="Google Shape;206;p6"/>
          <p:cNvSpPr/>
          <p:nvPr/>
        </p:nvSpPr>
        <p:spPr>
          <a:xfrm>
            <a:off x="981171" y="7557900"/>
            <a:ext cx="1093081" cy="1093081"/>
          </a:xfrm>
          <a:custGeom>
            <a:avLst/>
            <a:gdLst/>
            <a:ahLst/>
            <a:cxnLst/>
            <a:rect l="l" t="t" r="r" b="b"/>
            <a:pathLst>
              <a:path w="1093081" h="1093081" extrusionOk="0">
                <a:moveTo>
                  <a:pt x="0" y="0"/>
                </a:moveTo>
                <a:lnTo>
                  <a:pt x="1093082" y="0"/>
                </a:lnTo>
                <a:lnTo>
                  <a:pt x="1093082" y="1093081"/>
                </a:lnTo>
                <a:lnTo>
                  <a:pt x="0" y="1093081"/>
                </a:lnTo>
                <a:lnTo>
                  <a:pt x="0" y="0"/>
                </a:lnTo>
                <a:close/>
              </a:path>
            </a:pathLst>
          </a:custGeom>
          <a:blipFill rotWithShape="1">
            <a:blip r:embed="rId8">
              <a:alphaModFix/>
            </a:blip>
            <a:stretch>
              <a:fillRect/>
            </a:stretch>
          </a:blipFill>
          <a:ln>
            <a:noFill/>
          </a:ln>
        </p:spPr>
      </p:sp>
      <p:sp>
        <p:nvSpPr>
          <p:cNvPr id="207" name="Google Shape;207;p6"/>
          <p:cNvSpPr/>
          <p:nvPr/>
        </p:nvSpPr>
        <p:spPr>
          <a:xfrm>
            <a:off x="4832942" y="7641157"/>
            <a:ext cx="1093081" cy="1093081"/>
          </a:xfrm>
          <a:custGeom>
            <a:avLst/>
            <a:gdLst/>
            <a:ahLst/>
            <a:cxnLst/>
            <a:rect l="l" t="t" r="r" b="b"/>
            <a:pathLst>
              <a:path w="1093081" h="1093081" extrusionOk="0">
                <a:moveTo>
                  <a:pt x="0" y="0"/>
                </a:moveTo>
                <a:lnTo>
                  <a:pt x="1093081" y="0"/>
                </a:lnTo>
                <a:lnTo>
                  <a:pt x="1093081" y="1093081"/>
                </a:lnTo>
                <a:lnTo>
                  <a:pt x="0" y="1093081"/>
                </a:lnTo>
                <a:lnTo>
                  <a:pt x="0" y="0"/>
                </a:lnTo>
                <a:close/>
              </a:path>
            </a:pathLst>
          </a:custGeom>
          <a:blipFill rotWithShape="1">
            <a:blip r:embed="rId9">
              <a:alphaModFix/>
            </a:blip>
            <a:stretch>
              <a:fillRect/>
            </a:stretch>
          </a:blipFill>
          <a:ln>
            <a:noFill/>
          </a:ln>
        </p:spPr>
      </p:sp>
      <p:sp>
        <p:nvSpPr>
          <p:cNvPr id="208" name="Google Shape;208;p6"/>
          <p:cNvSpPr/>
          <p:nvPr/>
        </p:nvSpPr>
        <p:spPr>
          <a:xfrm>
            <a:off x="8432664" y="7805309"/>
            <a:ext cx="764778" cy="764778"/>
          </a:xfrm>
          <a:custGeom>
            <a:avLst/>
            <a:gdLst/>
            <a:ahLst/>
            <a:cxnLst/>
            <a:rect l="l" t="t" r="r" b="b"/>
            <a:pathLst>
              <a:path w="764778" h="764778" extrusionOk="0">
                <a:moveTo>
                  <a:pt x="0" y="0"/>
                </a:moveTo>
                <a:lnTo>
                  <a:pt x="764778" y="0"/>
                </a:lnTo>
                <a:lnTo>
                  <a:pt x="764778" y="764778"/>
                </a:lnTo>
                <a:lnTo>
                  <a:pt x="0" y="764778"/>
                </a:lnTo>
                <a:lnTo>
                  <a:pt x="0" y="0"/>
                </a:lnTo>
                <a:close/>
              </a:path>
            </a:pathLst>
          </a:custGeom>
          <a:blipFill rotWithShape="1">
            <a:blip r:embed="rId10">
              <a:alphaModFix/>
            </a:blip>
            <a:stretch>
              <a:fillRect/>
            </a:stretch>
          </a:blipFill>
          <a:ln>
            <a:noFill/>
          </a:ln>
        </p:spPr>
      </p:sp>
      <p:sp>
        <p:nvSpPr>
          <p:cNvPr id="209" name="Google Shape;209;p6"/>
          <p:cNvSpPr/>
          <p:nvPr/>
        </p:nvSpPr>
        <p:spPr>
          <a:xfrm>
            <a:off x="10211765" y="7805309"/>
            <a:ext cx="779110" cy="779110"/>
          </a:xfrm>
          <a:custGeom>
            <a:avLst/>
            <a:gdLst/>
            <a:ahLst/>
            <a:cxnLst/>
            <a:rect l="l" t="t" r="r" b="b"/>
            <a:pathLst>
              <a:path w="779110" h="779110" extrusionOk="0">
                <a:moveTo>
                  <a:pt x="0" y="0"/>
                </a:moveTo>
                <a:lnTo>
                  <a:pt x="779110" y="0"/>
                </a:lnTo>
                <a:lnTo>
                  <a:pt x="779110" y="779110"/>
                </a:lnTo>
                <a:lnTo>
                  <a:pt x="0" y="779110"/>
                </a:lnTo>
                <a:lnTo>
                  <a:pt x="0" y="0"/>
                </a:lnTo>
                <a:close/>
              </a:path>
            </a:pathLst>
          </a:custGeom>
          <a:blipFill rotWithShape="1">
            <a:blip r:embed="rId11">
              <a:alphaModFix/>
            </a:blip>
            <a:stretch>
              <a:fillRect/>
            </a:stretch>
          </a:blipFill>
          <a:ln>
            <a:noFill/>
          </a:ln>
        </p:spPr>
      </p:sp>
      <p:sp>
        <p:nvSpPr>
          <p:cNvPr id="210" name="Google Shape;210;p6"/>
          <p:cNvSpPr/>
          <p:nvPr/>
        </p:nvSpPr>
        <p:spPr>
          <a:xfrm>
            <a:off x="9455231" y="8038132"/>
            <a:ext cx="450527" cy="299132"/>
          </a:xfrm>
          <a:custGeom>
            <a:avLst/>
            <a:gdLst/>
            <a:ahLst/>
            <a:cxnLst/>
            <a:rect l="l" t="t" r="r" b="b"/>
            <a:pathLst>
              <a:path w="450527" h="299132" extrusionOk="0">
                <a:moveTo>
                  <a:pt x="0" y="0"/>
                </a:moveTo>
                <a:lnTo>
                  <a:pt x="450527" y="0"/>
                </a:lnTo>
                <a:lnTo>
                  <a:pt x="450527" y="299132"/>
                </a:lnTo>
                <a:lnTo>
                  <a:pt x="0" y="299132"/>
                </a:lnTo>
                <a:lnTo>
                  <a:pt x="0" y="0"/>
                </a:lnTo>
                <a:close/>
              </a:path>
            </a:pathLst>
          </a:custGeom>
          <a:blipFill rotWithShape="1">
            <a:blip r:embed="rId12">
              <a:alphaModFix/>
            </a:blip>
            <a:stretch>
              <a:fillRect t="-25302" b="-25297"/>
            </a:stretch>
          </a:blipFill>
          <a:ln>
            <a:noFill/>
          </a:ln>
        </p:spPr>
      </p:sp>
      <p:sp>
        <p:nvSpPr>
          <p:cNvPr id="211" name="Google Shape;211;p6"/>
          <p:cNvSpPr/>
          <p:nvPr/>
        </p:nvSpPr>
        <p:spPr>
          <a:xfrm>
            <a:off x="16419897" y="7805309"/>
            <a:ext cx="871306" cy="871306"/>
          </a:xfrm>
          <a:custGeom>
            <a:avLst/>
            <a:gdLst/>
            <a:ahLst/>
            <a:cxnLst/>
            <a:rect l="l" t="t" r="r" b="b"/>
            <a:pathLst>
              <a:path w="871306" h="871306" extrusionOk="0">
                <a:moveTo>
                  <a:pt x="0" y="0"/>
                </a:moveTo>
                <a:lnTo>
                  <a:pt x="871307" y="0"/>
                </a:lnTo>
                <a:lnTo>
                  <a:pt x="871307" y="871306"/>
                </a:lnTo>
                <a:lnTo>
                  <a:pt x="0" y="871306"/>
                </a:lnTo>
                <a:lnTo>
                  <a:pt x="0" y="0"/>
                </a:lnTo>
                <a:close/>
              </a:path>
            </a:pathLst>
          </a:custGeom>
          <a:blipFill rotWithShape="1">
            <a:blip r:embed="rId13">
              <a:alphaModFix/>
            </a:blip>
            <a:stretch>
              <a:fillRect/>
            </a:stretch>
          </a:blipFill>
          <a:ln>
            <a:noFill/>
          </a:ln>
        </p:spPr>
      </p:sp>
      <p:sp>
        <p:nvSpPr>
          <p:cNvPr id="212" name="Google Shape;212;p6"/>
          <p:cNvSpPr/>
          <p:nvPr/>
        </p:nvSpPr>
        <p:spPr>
          <a:xfrm>
            <a:off x="13344275" y="7937571"/>
            <a:ext cx="613752" cy="569000"/>
          </a:xfrm>
          <a:custGeom>
            <a:avLst/>
            <a:gdLst/>
            <a:ahLst/>
            <a:cxnLst/>
            <a:rect l="l" t="t" r="r" b="b"/>
            <a:pathLst>
              <a:path w="613752" h="569000" extrusionOk="0">
                <a:moveTo>
                  <a:pt x="0" y="0"/>
                </a:moveTo>
                <a:lnTo>
                  <a:pt x="613752" y="0"/>
                </a:lnTo>
                <a:lnTo>
                  <a:pt x="613752" y="569000"/>
                </a:lnTo>
                <a:lnTo>
                  <a:pt x="0" y="569000"/>
                </a:lnTo>
                <a:lnTo>
                  <a:pt x="0" y="0"/>
                </a:lnTo>
                <a:close/>
              </a:path>
            </a:pathLst>
          </a:custGeom>
          <a:blipFill rotWithShape="1">
            <a:blip r:embed="rId14">
              <a:alphaModFix/>
            </a:blip>
            <a:stretch>
              <a:fillRect/>
            </a:stretch>
          </a:blipFill>
          <a:ln>
            <a:noFill/>
          </a:ln>
        </p:spPr>
      </p:sp>
      <p:sp>
        <p:nvSpPr>
          <p:cNvPr id="213" name="Google Shape;213;p6"/>
          <p:cNvSpPr txBox="1"/>
          <p:nvPr/>
        </p:nvSpPr>
        <p:spPr>
          <a:xfrm>
            <a:off x="12218172" y="6109556"/>
            <a:ext cx="2732839" cy="979812"/>
          </a:xfrm>
          <a:prstGeom prst="rect">
            <a:avLst/>
          </a:prstGeom>
          <a:noFill/>
          <a:ln>
            <a:noFill/>
          </a:ln>
        </p:spPr>
        <p:txBody>
          <a:bodyPr spcFirstLastPara="1" wrap="square" lIns="0" tIns="0" rIns="0" bIns="0" anchor="t" anchorCtr="0">
            <a:spAutoFit/>
          </a:bodyPr>
          <a:lstStyle/>
          <a:p>
            <a:pPr marL="0" marR="0" lvl="0" indent="0" algn="ctr"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Reproducción de audio en una salida virtual.</a:t>
            </a:r>
            <a:endParaRPr sz="1400" b="0" i="0" u="none" strike="noStrike" cap="none">
              <a:solidFill>
                <a:srgbClr val="000000"/>
              </a:solidFill>
              <a:latin typeface="Arial"/>
              <a:ea typeface="Arial"/>
              <a:cs typeface="Arial"/>
              <a:sym typeface="Arial"/>
            </a:endParaRPr>
          </a:p>
        </p:txBody>
      </p:sp>
      <p:sp>
        <p:nvSpPr>
          <p:cNvPr id="214" name="Google Shape;214;p6"/>
          <p:cNvSpPr txBox="1"/>
          <p:nvPr/>
        </p:nvSpPr>
        <p:spPr>
          <a:xfrm>
            <a:off x="8118102" y="6109556"/>
            <a:ext cx="3124785" cy="979812"/>
          </a:xfrm>
          <a:prstGeom prst="rect">
            <a:avLst/>
          </a:prstGeom>
          <a:noFill/>
          <a:ln>
            <a:noFill/>
          </a:ln>
        </p:spPr>
        <p:txBody>
          <a:bodyPr spcFirstLastPara="1" wrap="square" lIns="0" tIns="0" rIns="0" bIns="0" anchor="t" anchorCtr="0">
            <a:spAutoFit/>
          </a:bodyPr>
          <a:lstStyle/>
          <a:p>
            <a:pPr marL="0" marR="0" lvl="0" indent="0" algn="ctr"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Conversión de texto a voz mediante ElevenLabs.</a:t>
            </a:r>
            <a:endParaRPr sz="1400" b="0" i="0" u="none" strike="noStrike" cap="none">
              <a:solidFill>
                <a:srgbClr val="000000"/>
              </a:solidFill>
              <a:latin typeface="Arial"/>
              <a:ea typeface="Arial"/>
              <a:cs typeface="Arial"/>
              <a:sym typeface="Arial"/>
            </a:endParaRPr>
          </a:p>
        </p:txBody>
      </p:sp>
      <p:sp>
        <p:nvSpPr>
          <p:cNvPr id="215" name="Google Shape;215;p6"/>
          <p:cNvSpPr txBox="1"/>
          <p:nvPr/>
        </p:nvSpPr>
        <p:spPr>
          <a:xfrm>
            <a:off x="4044966" y="6109556"/>
            <a:ext cx="2669032" cy="1199174"/>
          </a:xfrm>
          <a:prstGeom prst="rect">
            <a:avLst/>
          </a:prstGeom>
          <a:noFill/>
          <a:ln>
            <a:noFill/>
          </a:ln>
        </p:spPr>
        <p:txBody>
          <a:bodyPr spcFirstLastPara="1" wrap="square" lIns="0" tIns="0" rIns="0" bIns="0" anchor="t" anchorCtr="0">
            <a:spAutoFit/>
          </a:bodyPr>
          <a:lstStyle/>
          <a:p>
            <a:pPr marL="0" marR="0" lvl="0" indent="0" algn="ctr" rtl="0">
              <a:lnSpc>
                <a:spcPct val="117027"/>
              </a:lnSpc>
              <a:spcBef>
                <a:spcPts val="0"/>
              </a:spcBef>
              <a:spcAft>
                <a:spcPts val="0"/>
              </a:spcAft>
              <a:buClr>
                <a:srgbClr val="000000"/>
              </a:buClr>
              <a:buSzPts val="2220"/>
              <a:buFont typeface="Arial"/>
              <a:buNone/>
            </a:pPr>
            <a:r>
              <a:rPr lang="en-US" sz="2220" b="1" i="0" u="none" strike="noStrike" cap="none" dirty="0" err="1">
                <a:solidFill>
                  <a:srgbClr val="311581"/>
                </a:solidFill>
                <a:latin typeface="Public Sans"/>
                <a:ea typeface="Public Sans"/>
                <a:cs typeface="Public Sans"/>
                <a:sym typeface="Public Sans"/>
              </a:rPr>
              <a:t>Procesamiento</a:t>
            </a:r>
            <a:r>
              <a:rPr lang="en-US" sz="2220" b="1" i="0" u="none" strike="noStrike" cap="none" dirty="0">
                <a:solidFill>
                  <a:srgbClr val="311581"/>
                </a:solidFill>
                <a:latin typeface="Public Sans"/>
                <a:ea typeface="Public Sans"/>
                <a:cs typeface="Public Sans"/>
                <a:sym typeface="Public Sans"/>
              </a:rPr>
              <a:t> de </a:t>
            </a:r>
            <a:r>
              <a:rPr lang="en-US" sz="2220" b="1" i="0" u="none" strike="noStrike" cap="none" dirty="0" err="1">
                <a:solidFill>
                  <a:srgbClr val="311581"/>
                </a:solidFill>
                <a:latin typeface="Public Sans"/>
                <a:ea typeface="Public Sans"/>
                <a:cs typeface="Public Sans"/>
                <a:sym typeface="Public Sans"/>
              </a:rPr>
              <a:t>respuestas</a:t>
            </a:r>
            <a:r>
              <a:rPr lang="en-US" sz="2220" b="1" i="0" u="none" strike="noStrike" cap="none" dirty="0">
                <a:solidFill>
                  <a:srgbClr val="311581"/>
                </a:solidFill>
                <a:latin typeface="Public Sans"/>
                <a:ea typeface="Public Sans"/>
                <a:cs typeface="Public Sans"/>
                <a:sym typeface="Public Sans"/>
              </a:rPr>
              <a:t> con la API de </a:t>
            </a:r>
            <a:r>
              <a:rPr lang="en-US" sz="2220" b="1" dirty="0" smtClean="0">
                <a:solidFill>
                  <a:srgbClr val="311581"/>
                </a:solidFill>
                <a:latin typeface="Public Sans"/>
                <a:ea typeface="Public Sans"/>
                <a:cs typeface="Public Sans"/>
                <a:sym typeface="Public Sans"/>
              </a:rPr>
              <a:t>Gemini</a:t>
            </a:r>
            <a:r>
              <a:rPr lang="en-US" sz="2220" b="1" i="0" u="none" strike="noStrike" cap="none" dirty="0" smtClean="0">
                <a:solidFill>
                  <a:srgbClr val="311581"/>
                </a:solidFill>
                <a:latin typeface="Public Sans"/>
                <a:ea typeface="Public Sans"/>
                <a:cs typeface="Public Sans"/>
                <a:sym typeface="Public Sans"/>
              </a:rPr>
              <a:t>.</a:t>
            </a:r>
            <a:endParaRPr sz="1400" b="0" i="0" u="none" strike="noStrike" cap="none" dirty="0">
              <a:solidFill>
                <a:srgbClr val="000000"/>
              </a:solidFill>
              <a:latin typeface="Arial"/>
              <a:ea typeface="Arial"/>
              <a:cs typeface="Arial"/>
              <a:sym typeface="Arial"/>
            </a:endParaRPr>
          </a:p>
        </p:txBody>
      </p:sp>
      <p:sp>
        <p:nvSpPr>
          <p:cNvPr id="216" name="Google Shape;216;p6"/>
          <p:cNvSpPr txBox="1"/>
          <p:nvPr/>
        </p:nvSpPr>
        <p:spPr>
          <a:xfrm>
            <a:off x="193196" y="6109556"/>
            <a:ext cx="2669032" cy="979812"/>
          </a:xfrm>
          <a:prstGeom prst="rect">
            <a:avLst/>
          </a:prstGeom>
          <a:noFill/>
          <a:ln>
            <a:noFill/>
          </a:ln>
        </p:spPr>
        <p:txBody>
          <a:bodyPr spcFirstLastPara="1" wrap="square" lIns="0" tIns="0" rIns="0" bIns="0" anchor="t" anchorCtr="0">
            <a:spAutoFit/>
          </a:bodyPr>
          <a:lstStyle/>
          <a:p>
            <a:pPr marL="0" marR="0" lvl="0" indent="0" algn="ctr"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Captura de mensajes desde Twitch.</a:t>
            </a:r>
            <a:endParaRPr sz="1400" b="0" i="0" u="none" strike="noStrike" cap="none">
              <a:solidFill>
                <a:srgbClr val="000000"/>
              </a:solidFill>
              <a:latin typeface="Arial"/>
              <a:ea typeface="Arial"/>
              <a:cs typeface="Arial"/>
              <a:sym typeface="Arial"/>
            </a:endParaRPr>
          </a:p>
        </p:txBody>
      </p:sp>
      <p:sp>
        <p:nvSpPr>
          <p:cNvPr id="217" name="Google Shape;217;p6"/>
          <p:cNvSpPr txBox="1"/>
          <p:nvPr/>
        </p:nvSpPr>
        <p:spPr>
          <a:xfrm>
            <a:off x="1069232" y="1119258"/>
            <a:ext cx="12948749" cy="2113275"/>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399"/>
              <a:buFont typeface="Arial"/>
              <a:buNone/>
            </a:pPr>
            <a:r>
              <a:rPr lang="en-US" sz="7399" b="1" i="0" u="none" strike="noStrike" cap="none">
                <a:solidFill>
                  <a:srgbClr val="FFFFFF"/>
                </a:solidFill>
                <a:latin typeface="Public Sans"/>
                <a:ea typeface="Public Sans"/>
                <a:cs typeface="Public Sans"/>
                <a:sym typeface="Public Sans"/>
              </a:rPr>
              <a:t>Plan de Trabajo – Etapa 1 Producto mínimo viable</a:t>
            </a:r>
            <a:endParaRPr sz="1400" b="0" i="0" u="none" strike="noStrike" cap="none">
              <a:solidFill>
                <a:srgbClr val="000000"/>
              </a:solidFill>
              <a:latin typeface="Arial"/>
              <a:ea typeface="Arial"/>
              <a:cs typeface="Arial"/>
              <a:sym typeface="Arial"/>
            </a:endParaRPr>
          </a:p>
        </p:txBody>
      </p:sp>
      <p:sp>
        <p:nvSpPr>
          <p:cNvPr id="218" name="Google Shape;218;p6"/>
          <p:cNvSpPr txBox="1"/>
          <p:nvPr/>
        </p:nvSpPr>
        <p:spPr>
          <a:xfrm>
            <a:off x="15479821" y="6109556"/>
            <a:ext cx="2732839" cy="1303596"/>
          </a:xfrm>
          <a:prstGeom prst="rect">
            <a:avLst/>
          </a:prstGeom>
          <a:noFill/>
          <a:ln>
            <a:noFill/>
          </a:ln>
        </p:spPr>
        <p:txBody>
          <a:bodyPr spcFirstLastPara="1" wrap="square" lIns="0" tIns="0" rIns="0" bIns="0" anchor="t" anchorCtr="0">
            <a:spAutoFit/>
          </a:bodyPr>
          <a:lstStyle/>
          <a:p>
            <a:pPr marL="0" marR="0" lvl="0" indent="0" algn="ctr"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Configuración del avatar en Vtuber Studio con la voz generada.</a:t>
            </a:r>
            <a:endParaRPr sz="1400" b="0" i="0" u="none" strike="noStrike" cap="none">
              <a:solidFill>
                <a:srgbClr val="000000"/>
              </a:solidFill>
              <a:latin typeface="Arial"/>
              <a:ea typeface="Arial"/>
              <a:cs typeface="Arial"/>
              <a:sym typeface="Arial"/>
            </a:endParaRPr>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grpSp>
        <p:nvGrpSpPr>
          <p:cNvPr id="223" name="Google Shape;223;p7"/>
          <p:cNvGrpSpPr/>
          <p:nvPr/>
        </p:nvGrpSpPr>
        <p:grpSpPr>
          <a:xfrm>
            <a:off x="102" y="0"/>
            <a:ext cx="18394680" cy="5749840"/>
            <a:chOff x="0" y="0"/>
            <a:chExt cx="24526240" cy="7666453"/>
          </a:xfrm>
        </p:grpSpPr>
        <p:sp>
          <p:nvSpPr>
            <p:cNvPr id="224" name="Google Shape;224;p7"/>
            <p:cNvSpPr/>
            <p:nvPr/>
          </p:nvSpPr>
          <p:spPr>
            <a:xfrm>
              <a:off x="0" y="0"/>
              <a:ext cx="24526240" cy="6659987"/>
            </a:xfrm>
            <a:custGeom>
              <a:avLst/>
              <a:gdLst/>
              <a:ahLst/>
              <a:cxnLst/>
              <a:rect l="l" t="t" r="r" b="b"/>
              <a:pathLst>
                <a:path w="24526240" h="6659987" extrusionOk="0">
                  <a:moveTo>
                    <a:pt x="0" y="0"/>
                  </a:moveTo>
                  <a:lnTo>
                    <a:pt x="24526240" y="0"/>
                  </a:lnTo>
                  <a:lnTo>
                    <a:pt x="24526240" y="6659987"/>
                  </a:lnTo>
                  <a:lnTo>
                    <a:pt x="0" y="6659987"/>
                  </a:lnTo>
                  <a:lnTo>
                    <a:pt x="0" y="0"/>
                  </a:lnTo>
                  <a:close/>
                </a:path>
              </a:pathLst>
            </a:custGeom>
            <a:blipFill rotWithShape="1">
              <a:blip r:embed="rId3">
                <a:alphaModFix/>
              </a:blip>
              <a:stretch>
                <a:fillRect t="-40101" b="-105225"/>
              </a:stretch>
            </a:blipFill>
            <a:ln>
              <a:noFill/>
            </a:ln>
          </p:spPr>
        </p:sp>
        <p:sp>
          <p:nvSpPr>
            <p:cNvPr id="225" name="Google Shape;225;p7"/>
            <p:cNvSpPr/>
            <p:nvPr/>
          </p:nvSpPr>
          <p:spPr>
            <a:xfrm>
              <a:off x="2708073" y="6659987"/>
              <a:ext cx="18563260" cy="1006466"/>
            </a:xfrm>
            <a:custGeom>
              <a:avLst/>
              <a:gdLst/>
              <a:ahLst/>
              <a:cxnLst/>
              <a:rect l="l" t="t" r="r" b="b"/>
              <a:pathLst>
                <a:path w="18563260" h="1006466" extrusionOk="0">
                  <a:moveTo>
                    <a:pt x="0" y="0"/>
                  </a:moveTo>
                  <a:lnTo>
                    <a:pt x="18563260" y="0"/>
                  </a:lnTo>
                  <a:lnTo>
                    <a:pt x="18563260" y="1006466"/>
                  </a:lnTo>
                  <a:lnTo>
                    <a:pt x="0" y="1006466"/>
                  </a:lnTo>
                  <a:lnTo>
                    <a:pt x="0" y="0"/>
                  </a:lnTo>
                  <a:close/>
                </a:path>
              </a:pathLst>
            </a:custGeom>
            <a:blipFill rotWithShape="1">
              <a:blip r:embed="rId4">
                <a:alphaModFix amt="80000"/>
              </a:blip>
              <a:stretch>
                <a:fillRect t="-8786" b="-8787"/>
              </a:stretch>
            </a:blipFill>
            <a:ln>
              <a:noFill/>
            </a:ln>
          </p:spPr>
        </p:sp>
      </p:grpSp>
      <p:cxnSp>
        <p:nvCxnSpPr>
          <p:cNvPr id="226" name="Google Shape;226;p7"/>
          <p:cNvCxnSpPr/>
          <p:nvPr/>
        </p:nvCxnSpPr>
        <p:spPr>
          <a:xfrm>
            <a:off x="1681168" y="5662796"/>
            <a:ext cx="14588133" cy="87044"/>
          </a:xfrm>
          <a:prstGeom prst="straightConnector1">
            <a:avLst/>
          </a:prstGeom>
          <a:noFill/>
          <a:ln w="38100" cap="flat" cmpd="sng">
            <a:solidFill>
              <a:srgbClr val="311581"/>
            </a:solidFill>
            <a:prstDash val="solid"/>
            <a:round/>
            <a:headEnd type="none" w="sm" len="sm"/>
            <a:tailEnd type="none" w="sm" len="sm"/>
          </a:ln>
        </p:spPr>
      </p:cxnSp>
      <p:grpSp>
        <p:nvGrpSpPr>
          <p:cNvPr id="227" name="Google Shape;227;p7"/>
          <p:cNvGrpSpPr/>
          <p:nvPr/>
        </p:nvGrpSpPr>
        <p:grpSpPr>
          <a:xfrm>
            <a:off x="1374256" y="5509340"/>
            <a:ext cx="306912" cy="306912"/>
            <a:chOff x="0" y="0"/>
            <a:chExt cx="812800" cy="812800"/>
          </a:xfrm>
        </p:grpSpPr>
        <p:sp>
          <p:nvSpPr>
            <p:cNvPr id="228" name="Google Shape;228;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15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7"/>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30" name="Google Shape;230;p7"/>
          <p:cNvGrpSpPr/>
          <p:nvPr/>
        </p:nvGrpSpPr>
        <p:grpSpPr>
          <a:xfrm>
            <a:off x="6478041" y="5596384"/>
            <a:ext cx="306912" cy="306912"/>
            <a:chOff x="0" y="0"/>
            <a:chExt cx="812800" cy="812800"/>
          </a:xfrm>
        </p:grpSpPr>
        <p:sp>
          <p:nvSpPr>
            <p:cNvPr id="231" name="Google Shape;231;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15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7"/>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33" name="Google Shape;233;p7"/>
          <p:cNvGrpSpPr/>
          <p:nvPr/>
        </p:nvGrpSpPr>
        <p:grpSpPr>
          <a:xfrm>
            <a:off x="11581826" y="5596384"/>
            <a:ext cx="306912" cy="306912"/>
            <a:chOff x="0" y="0"/>
            <a:chExt cx="812800" cy="812800"/>
          </a:xfrm>
        </p:grpSpPr>
        <p:sp>
          <p:nvSpPr>
            <p:cNvPr id="234" name="Google Shape;234;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15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7"/>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236" name="Google Shape;236;p7"/>
          <p:cNvGrpSpPr/>
          <p:nvPr/>
        </p:nvGrpSpPr>
        <p:grpSpPr>
          <a:xfrm>
            <a:off x="16269301" y="5596384"/>
            <a:ext cx="306912" cy="306912"/>
            <a:chOff x="0" y="0"/>
            <a:chExt cx="812800" cy="812800"/>
          </a:xfrm>
        </p:grpSpPr>
        <p:sp>
          <p:nvSpPr>
            <p:cNvPr id="237" name="Google Shape;237;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158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7"/>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39" name="Google Shape;239;p7"/>
          <p:cNvSpPr/>
          <p:nvPr/>
        </p:nvSpPr>
        <p:spPr>
          <a:xfrm>
            <a:off x="14494558" y="2762801"/>
            <a:ext cx="2796646" cy="2746539"/>
          </a:xfrm>
          <a:custGeom>
            <a:avLst/>
            <a:gdLst/>
            <a:ahLst/>
            <a:cxnLst/>
            <a:rect l="l" t="t" r="r" b="b"/>
            <a:pathLst>
              <a:path w="2796646" h="2746539" extrusionOk="0">
                <a:moveTo>
                  <a:pt x="0" y="0"/>
                </a:moveTo>
                <a:lnTo>
                  <a:pt x="2796646" y="0"/>
                </a:lnTo>
                <a:lnTo>
                  <a:pt x="2796646" y="2746539"/>
                </a:lnTo>
                <a:lnTo>
                  <a:pt x="0" y="2746539"/>
                </a:lnTo>
                <a:lnTo>
                  <a:pt x="0" y="0"/>
                </a:lnTo>
                <a:close/>
              </a:path>
            </a:pathLst>
          </a:custGeom>
          <a:blipFill rotWithShape="1">
            <a:blip r:embed="rId5">
              <a:alphaModFix/>
            </a:blip>
            <a:stretch>
              <a:fillRect/>
            </a:stretch>
          </a:blipFill>
          <a:ln>
            <a:noFill/>
          </a:ln>
        </p:spPr>
      </p:sp>
      <p:sp>
        <p:nvSpPr>
          <p:cNvPr id="240" name="Google Shape;240;p7"/>
          <p:cNvSpPr/>
          <p:nvPr/>
        </p:nvSpPr>
        <p:spPr>
          <a:xfrm flipH="1">
            <a:off x="13077592" y="1028700"/>
            <a:ext cx="6690329" cy="1321340"/>
          </a:xfrm>
          <a:custGeom>
            <a:avLst/>
            <a:gdLst/>
            <a:ahLst/>
            <a:cxnLst/>
            <a:rect l="l" t="t" r="r" b="b"/>
            <a:pathLst>
              <a:path w="6690329" h="1321340" extrusionOk="0">
                <a:moveTo>
                  <a:pt x="6690329" y="0"/>
                </a:moveTo>
                <a:lnTo>
                  <a:pt x="0" y="0"/>
                </a:lnTo>
                <a:lnTo>
                  <a:pt x="0" y="1321340"/>
                </a:lnTo>
                <a:lnTo>
                  <a:pt x="6690329" y="1321340"/>
                </a:lnTo>
                <a:lnTo>
                  <a:pt x="6690329" y="0"/>
                </a:lnTo>
                <a:close/>
              </a:path>
            </a:pathLst>
          </a:custGeom>
          <a:blipFill rotWithShape="1">
            <a:blip r:embed="rId6">
              <a:alphaModFix/>
            </a:blip>
            <a:stretch>
              <a:fillRect/>
            </a:stretch>
          </a:blipFill>
          <a:ln>
            <a:noFill/>
          </a:ln>
        </p:spPr>
      </p:sp>
      <p:sp>
        <p:nvSpPr>
          <p:cNvPr id="241" name="Google Shape;241;p7"/>
          <p:cNvSpPr/>
          <p:nvPr/>
        </p:nvSpPr>
        <p:spPr>
          <a:xfrm>
            <a:off x="881184" y="8060720"/>
            <a:ext cx="986143" cy="986143"/>
          </a:xfrm>
          <a:custGeom>
            <a:avLst/>
            <a:gdLst/>
            <a:ahLst/>
            <a:cxnLst/>
            <a:rect l="l" t="t" r="r" b="b"/>
            <a:pathLst>
              <a:path w="986143" h="986143" extrusionOk="0">
                <a:moveTo>
                  <a:pt x="0" y="0"/>
                </a:moveTo>
                <a:lnTo>
                  <a:pt x="986144" y="0"/>
                </a:lnTo>
                <a:lnTo>
                  <a:pt x="986144" y="986143"/>
                </a:lnTo>
                <a:lnTo>
                  <a:pt x="0" y="986143"/>
                </a:lnTo>
                <a:lnTo>
                  <a:pt x="0" y="0"/>
                </a:lnTo>
                <a:close/>
              </a:path>
            </a:pathLst>
          </a:custGeom>
          <a:blipFill rotWithShape="1">
            <a:blip r:embed="rId7">
              <a:alphaModFix/>
            </a:blip>
            <a:stretch>
              <a:fillRect/>
            </a:stretch>
          </a:blipFill>
          <a:ln>
            <a:noFill/>
          </a:ln>
        </p:spPr>
      </p:sp>
      <p:sp>
        <p:nvSpPr>
          <p:cNvPr id="242" name="Google Shape;242;p7"/>
          <p:cNvSpPr/>
          <p:nvPr/>
        </p:nvSpPr>
        <p:spPr>
          <a:xfrm>
            <a:off x="6127008" y="8037885"/>
            <a:ext cx="1008978" cy="1008978"/>
          </a:xfrm>
          <a:custGeom>
            <a:avLst/>
            <a:gdLst/>
            <a:ahLst/>
            <a:cxnLst/>
            <a:rect l="l" t="t" r="r" b="b"/>
            <a:pathLst>
              <a:path w="1008978" h="1008978" extrusionOk="0">
                <a:moveTo>
                  <a:pt x="0" y="0"/>
                </a:moveTo>
                <a:lnTo>
                  <a:pt x="1008978" y="0"/>
                </a:lnTo>
                <a:lnTo>
                  <a:pt x="1008978" y="1008978"/>
                </a:lnTo>
                <a:lnTo>
                  <a:pt x="0" y="1008978"/>
                </a:lnTo>
                <a:lnTo>
                  <a:pt x="0" y="0"/>
                </a:lnTo>
                <a:close/>
              </a:path>
            </a:pathLst>
          </a:custGeom>
          <a:blipFill rotWithShape="1">
            <a:blip r:embed="rId8">
              <a:alphaModFix/>
            </a:blip>
            <a:stretch>
              <a:fillRect/>
            </a:stretch>
          </a:blipFill>
          <a:ln>
            <a:noFill/>
          </a:ln>
        </p:spPr>
      </p:sp>
      <p:sp>
        <p:nvSpPr>
          <p:cNvPr id="243" name="Google Shape;243;p7"/>
          <p:cNvSpPr/>
          <p:nvPr/>
        </p:nvSpPr>
        <p:spPr>
          <a:xfrm>
            <a:off x="11347806" y="8060720"/>
            <a:ext cx="1081864" cy="1081864"/>
          </a:xfrm>
          <a:custGeom>
            <a:avLst/>
            <a:gdLst/>
            <a:ahLst/>
            <a:cxnLst/>
            <a:rect l="l" t="t" r="r" b="b"/>
            <a:pathLst>
              <a:path w="1081864" h="1081864" extrusionOk="0">
                <a:moveTo>
                  <a:pt x="0" y="0"/>
                </a:moveTo>
                <a:lnTo>
                  <a:pt x="1081864" y="0"/>
                </a:lnTo>
                <a:lnTo>
                  <a:pt x="1081864" y="1081864"/>
                </a:lnTo>
                <a:lnTo>
                  <a:pt x="0" y="1081864"/>
                </a:lnTo>
                <a:lnTo>
                  <a:pt x="0" y="0"/>
                </a:lnTo>
                <a:close/>
              </a:path>
            </a:pathLst>
          </a:custGeom>
          <a:blipFill rotWithShape="1">
            <a:blip r:embed="rId9">
              <a:alphaModFix/>
            </a:blip>
            <a:stretch>
              <a:fillRect/>
            </a:stretch>
          </a:blipFill>
          <a:ln>
            <a:noFill/>
          </a:ln>
        </p:spPr>
      </p:sp>
      <p:sp>
        <p:nvSpPr>
          <p:cNvPr id="244" name="Google Shape;244;p7"/>
          <p:cNvSpPr/>
          <p:nvPr/>
        </p:nvSpPr>
        <p:spPr>
          <a:xfrm>
            <a:off x="15945932" y="8270270"/>
            <a:ext cx="953649" cy="953649"/>
          </a:xfrm>
          <a:custGeom>
            <a:avLst/>
            <a:gdLst/>
            <a:ahLst/>
            <a:cxnLst/>
            <a:rect l="l" t="t" r="r" b="b"/>
            <a:pathLst>
              <a:path w="953649" h="953649" extrusionOk="0">
                <a:moveTo>
                  <a:pt x="0" y="0"/>
                </a:moveTo>
                <a:lnTo>
                  <a:pt x="953649" y="0"/>
                </a:lnTo>
                <a:lnTo>
                  <a:pt x="953649" y="953649"/>
                </a:lnTo>
                <a:lnTo>
                  <a:pt x="0" y="953649"/>
                </a:lnTo>
                <a:lnTo>
                  <a:pt x="0" y="0"/>
                </a:lnTo>
                <a:close/>
              </a:path>
            </a:pathLst>
          </a:custGeom>
          <a:blipFill rotWithShape="1">
            <a:blip r:embed="rId10">
              <a:alphaModFix/>
            </a:blip>
            <a:stretch>
              <a:fillRect/>
            </a:stretch>
          </a:blipFill>
          <a:ln>
            <a:noFill/>
          </a:ln>
        </p:spPr>
      </p:sp>
      <p:sp>
        <p:nvSpPr>
          <p:cNvPr id="245" name="Google Shape;245;p7"/>
          <p:cNvSpPr txBox="1"/>
          <p:nvPr/>
        </p:nvSpPr>
        <p:spPr>
          <a:xfrm>
            <a:off x="15056337" y="6109556"/>
            <a:ext cx="2732839" cy="1951164"/>
          </a:xfrm>
          <a:prstGeom prst="rect">
            <a:avLst/>
          </a:prstGeom>
          <a:noFill/>
          <a:ln>
            <a:noFill/>
          </a:ln>
        </p:spPr>
        <p:txBody>
          <a:bodyPr spcFirstLastPara="1" wrap="square" lIns="0" tIns="0" rIns="0" bIns="0" anchor="t" anchorCtr="0">
            <a:spAutoFit/>
          </a:bodyPr>
          <a:lstStyle/>
          <a:p>
            <a:pPr marL="0" marR="0" lvl="0" indent="0" algn="ctr"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Creación de una aplicación de escritorio para configurar parámetros.</a:t>
            </a:r>
            <a:endParaRPr sz="1400" b="0" i="0" u="none" strike="noStrike" cap="none">
              <a:solidFill>
                <a:srgbClr val="000000"/>
              </a:solidFill>
              <a:latin typeface="Arial"/>
              <a:ea typeface="Arial"/>
              <a:cs typeface="Arial"/>
              <a:sym typeface="Arial"/>
            </a:endParaRPr>
          </a:p>
          <a:p>
            <a:pPr marL="0" marR="0" lvl="0" indent="0" algn="ctr" rtl="0">
              <a:lnSpc>
                <a:spcPct val="117027"/>
              </a:lnSpc>
              <a:spcBef>
                <a:spcPts val="0"/>
              </a:spcBef>
              <a:spcAft>
                <a:spcPts val="0"/>
              </a:spcAft>
              <a:buClr>
                <a:srgbClr val="000000"/>
              </a:buClr>
              <a:buSzPts val="2220"/>
              <a:buFont typeface="Arial"/>
              <a:buNone/>
            </a:pPr>
            <a:endParaRPr sz="2220" b="1" i="0" u="none" strike="noStrike" cap="none">
              <a:solidFill>
                <a:srgbClr val="311581"/>
              </a:solidFill>
              <a:latin typeface="Public Sans"/>
              <a:ea typeface="Public Sans"/>
              <a:cs typeface="Public Sans"/>
              <a:sym typeface="Public Sans"/>
            </a:endParaRPr>
          </a:p>
        </p:txBody>
      </p:sp>
      <p:sp>
        <p:nvSpPr>
          <p:cNvPr id="246" name="Google Shape;246;p7"/>
          <p:cNvSpPr txBox="1"/>
          <p:nvPr/>
        </p:nvSpPr>
        <p:spPr>
          <a:xfrm>
            <a:off x="10172890" y="6213729"/>
            <a:ext cx="3124785" cy="1303596"/>
          </a:xfrm>
          <a:prstGeom prst="rect">
            <a:avLst/>
          </a:prstGeom>
          <a:noFill/>
          <a:ln>
            <a:noFill/>
          </a:ln>
        </p:spPr>
        <p:txBody>
          <a:bodyPr spcFirstLastPara="1" wrap="square" lIns="0" tIns="0" rIns="0" bIns="0" anchor="t" anchorCtr="0">
            <a:spAutoFit/>
          </a:bodyPr>
          <a:lstStyle/>
          <a:p>
            <a:pPr marL="0" marR="0" lvl="0" indent="0" algn="ctr"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Uso de esa información en interacciones futuras con el espectador.</a:t>
            </a:r>
            <a:endParaRPr sz="1400" b="0" i="0" u="none" strike="noStrike" cap="none">
              <a:solidFill>
                <a:srgbClr val="000000"/>
              </a:solidFill>
              <a:latin typeface="Arial"/>
              <a:ea typeface="Arial"/>
              <a:cs typeface="Arial"/>
              <a:sym typeface="Arial"/>
            </a:endParaRPr>
          </a:p>
        </p:txBody>
      </p:sp>
      <p:sp>
        <p:nvSpPr>
          <p:cNvPr id="247" name="Google Shape;247;p7"/>
          <p:cNvSpPr txBox="1"/>
          <p:nvPr/>
        </p:nvSpPr>
        <p:spPr>
          <a:xfrm>
            <a:off x="5296981" y="6213729"/>
            <a:ext cx="2669032" cy="979812"/>
          </a:xfrm>
          <a:prstGeom prst="rect">
            <a:avLst/>
          </a:prstGeom>
          <a:noFill/>
          <a:ln>
            <a:noFill/>
          </a:ln>
        </p:spPr>
        <p:txBody>
          <a:bodyPr spcFirstLastPara="1" wrap="square" lIns="0" tIns="0" rIns="0" bIns="0" anchor="t" anchorCtr="0">
            <a:spAutoFit/>
          </a:bodyPr>
          <a:lstStyle/>
          <a:p>
            <a:pPr marL="0" marR="0" lvl="0" indent="0" algn="ctr"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Consultas para simular “memoria” en el asistente.</a:t>
            </a:r>
            <a:endParaRPr sz="1400" b="0" i="0" u="none" strike="noStrike" cap="none">
              <a:solidFill>
                <a:srgbClr val="000000"/>
              </a:solidFill>
              <a:latin typeface="Arial"/>
              <a:ea typeface="Arial"/>
              <a:cs typeface="Arial"/>
              <a:sym typeface="Arial"/>
            </a:endParaRPr>
          </a:p>
        </p:txBody>
      </p:sp>
      <p:sp>
        <p:nvSpPr>
          <p:cNvPr id="248" name="Google Shape;248;p7"/>
          <p:cNvSpPr txBox="1"/>
          <p:nvPr/>
        </p:nvSpPr>
        <p:spPr>
          <a:xfrm>
            <a:off x="193196" y="6109556"/>
            <a:ext cx="2669032" cy="1303596"/>
          </a:xfrm>
          <a:prstGeom prst="rect">
            <a:avLst/>
          </a:prstGeom>
          <a:noFill/>
          <a:ln>
            <a:noFill/>
          </a:ln>
        </p:spPr>
        <p:txBody>
          <a:bodyPr spcFirstLastPara="1" wrap="square" lIns="0" tIns="0" rIns="0" bIns="0" anchor="t" anchorCtr="0">
            <a:spAutoFit/>
          </a:bodyPr>
          <a:lstStyle/>
          <a:p>
            <a:pPr marL="0" marR="0" lvl="0" indent="0" algn="ctr"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Almacenamiento de mensajes y respuestas en base de datos.</a:t>
            </a:r>
            <a:endParaRPr sz="1400" b="0" i="0" u="none" strike="noStrike" cap="none">
              <a:solidFill>
                <a:srgbClr val="000000"/>
              </a:solidFill>
              <a:latin typeface="Arial"/>
              <a:ea typeface="Arial"/>
              <a:cs typeface="Arial"/>
              <a:sym typeface="Arial"/>
            </a:endParaRPr>
          </a:p>
        </p:txBody>
      </p:sp>
      <p:sp>
        <p:nvSpPr>
          <p:cNvPr id="249" name="Google Shape;249;p7"/>
          <p:cNvSpPr txBox="1"/>
          <p:nvPr/>
        </p:nvSpPr>
        <p:spPr>
          <a:xfrm>
            <a:off x="1069232" y="1119258"/>
            <a:ext cx="12948749" cy="2113275"/>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399"/>
              <a:buFont typeface="Arial"/>
              <a:buNone/>
            </a:pPr>
            <a:r>
              <a:rPr lang="en-US" sz="7399" b="1" i="0" u="none" strike="noStrike" cap="none">
                <a:solidFill>
                  <a:srgbClr val="FFFFFF"/>
                </a:solidFill>
                <a:latin typeface="Public Sans"/>
                <a:ea typeface="Public Sans"/>
                <a:cs typeface="Public Sans"/>
                <a:sym typeface="Public Sans"/>
              </a:rPr>
              <a:t>Plan de Trabajo – Etapa 2 (Mejoras y Funcionalidades)</a:t>
            </a:r>
            <a:endParaRPr sz="1400" b="0" i="0" u="none" strike="noStrike" cap="none">
              <a:solidFill>
                <a:srgbClr val="000000"/>
              </a:solidFill>
              <a:latin typeface="Arial"/>
              <a:ea typeface="Arial"/>
              <a:cs typeface="Arial"/>
              <a:sym typeface="Arial"/>
            </a:endParaRPr>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grpSp>
        <p:nvGrpSpPr>
          <p:cNvPr id="254" name="Google Shape;254;p8"/>
          <p:cNvGrpSpPr/>
          <p:nvPr/>
        </p:nvGrpSpPr>
        <p:grpSpPr>
          <a:xfrm>
            <a:off x="102" y="0"/>
            <a:ext cx="18394680" cy="5749840"/>
            <a:chOff x="0" y="0"/>
            <a:chExt cx="24526240" cy="7666453"/>
          </a:xfrm>
        </p:grpSpPr>
        <p:sp>
          <p:nvSpPr>
            <p:cNvPr id="255" name="Google Shape;255;p8"/>
            <p:cNvSpPr/>
            <p:nvPr/>
          </p:nvSpPr>
          <p:spPr>
            <a:xfrm>
              <a:off x="0" y="0"/>
              <a:ext cx="24526240" cy="6659987"/>
            </a:xfrm>
            <a:custGeom>
              <a:avLst/>
              <a:gdLst/>
              <a:ahLst/>
              <a:cxnLst/>
              <a:rect l="l" t="t" r="r" b="b"/>
              <a:pathLst>
                <a:path w="24526240" h="6659987" extrusionOk="0">
                  <a:moveTo>
                    <a:pt x="0" y="0"/>
                  </a:moveTo>
                  <a:lnTo>
                    <a:pt x="24526240" y="0"/>
                  </a:lnTo>
                  <a:lnTo>
                    <a:pt x="24526240" y="6659987"/>
                  </a:lnTo>
                  <a:lnTo>
                    <a:pt x="0" y="6659987"/>
                  </a:lnTo>
                  <a:lnTo>
                    <a:pt x="0" y="0"/>
                  </a:lnTo>
                  <a:close/>
                </a:path>
              </a:pathLst>
            </a:custGeom>
            <a:blipFill rotWithShape="1">
              <a:blip r:embed="rId3">
                <a:alphaModFix/>
              </a:blip>
              <a:stretch>
                <a:fillRect t="-40101" b="-105225"/>
              </a:stretch>
            </a:blipFill>
            <a:ln>
              <a:noFill/>
            </a:ln>
          </p:spPr>
        </p:sp>
        <p:sp>
          <p:nvSpPr>
            <p:cNvPr id="256" name="Google Shape;256;p8"/>
            <p:cNvSpPr/>
            <p:nvPr/>
          </p:nvSpPr>
          <p:spPr>
            <a:xfrm>
              <a:off x="2708073" y="6659987"/>
              <a:ext cx="18563260" cy="1006466"/>
            </a:xfrm>
            <a:custGeom>
              <a:avLst/>
              <a:gdLst/>
              <a:ahLst/>
              <a:cxnLst/>
              <a:rect l="l" t="t" r="r" b="b"/>
              <a:pathLst>
                <a:path w="18563260" h="1006466" extrusionOk="0">
                  <a:moveTo>
                    <a:pt x="0" y="0"/>
                  </a:moveTo>
                  <a:lnTo>
                    <a:pt x="18563260" y="0"/>
                  </a:lnTo>
                  <a:lnTo>
                    <a:pt x="18563260" y="1006466"/>
                  </a:lnTo>
                  <a:lnTo>
                    <a:pt x="0" y="1006466"/>
                  </a:lnTo>
                  <a:lnTo>
                    <a:pt x="0" y="0"/>
                  </a:lnTo>
                  <a:close/>
                </a:path>
              </a:pathLst>
            </a:custGeom>
            <a:blipFill rotWithShape="1">
              <a:blip r:embed="rId4">
                <a:alphaModFix amt="80000"/>
              </a:blip>
              <a:stretch>
                <a:fillRect t="-8786" b="-8787"/>
              </a:stretch>
            </a:blipFill>
            <a:ln>
              <a:noFill/>
            </a:ln>
          </p:spPr>
        </p:sp>
      </p:grpSp>
      <p:sp>
        <p:nvSpPr>
          <p:cNvPr id="257" name="Google Shape;257;p8"/>
          <p:cNvSpPr/>
          <p:nvPr/>
        </p:nvSpPr>
        <p:spPr>
          <a:xfrm>
            <a:off x="14494558" y="2762801"/>
            <a:ext cx="2796646" cy="2746539"/>
          </a:xfrm>
          <a:custGeom>
            <a:avLst/>
            <a:gdLst/>
            <a:ahLst/>
            <a:cxnLst/>
            <a:rect l="l" t="t" r="r" b="b"/>
            <a:pathLst>
              <a:path w="2796646" h="2746539" extrusionOk="0">
                <a:moveTo>
                  <a:pt x="0" y="0"/>
                </a:moveTo>
                <a:lnTo>
                  <a:pt x="2796646" y="0"/>
                </a:lnTo>
                <a:lnTo>
                  <a:pt x="2796646" y="2746539"/>
                </a:lnTo>
                <a:lnTo>
                  <a:pt x="0" y="2746539"/>
                </a:lnTo>
                <a:lnTo>
                  <a:pt x="0" y="0"/>
                </a:lnTo>
                <a:close/>
              </a:path>
            </a:pathLst>
          </a:custGeom>
          <a:blipFill rotWithShape="1">
            <a:blip r:embed="rId5">
              <a:alphaModFix/>
            </a:blip>
            <a:stretch>
              <a:fillRect/>
            </a:stretch>
          </a:blipFill>
          <a:ln>
            <a:noFill/>
          </a:ln>
        </p:spPr>
      </p:sp>
      <p:sp>
        <p:nvSpPr>
          <p:cNvPr id="258" name="Google Shape;258;p8"/>
          <p:cNvSpPr/>
          <p:nvPr/>
        </p:nvSpPr>
        <p:spPr>
          <a:xfrm flipH="1">
            <a:off x="13077592" y="1028700"/>
            <a:ext cx="6690329" cy="1321340"/>
          </a:xfrm>
          <a:custGeom>
            <a:avLst/>
            <a:gdLst/>
            <a:ahLst/>
            <a:cxnLst/>
            <a:rect l="l" t="t" r="r" b="b"/>
            <a:pathLst>
              <a:path w="6690329" h="1321340" extrusionOk="0">
                <a:moveTo>
                  <a:pt x="6690329" y="0"/>
                </a:moveTo>
                <a:lnTo>
                  <a:pt x="0" y="0"/>
                </a:lnTo>
                <a:lnTo>
                  <a:pt x="0" y="1321340"/>
                </a:lnTo>
                <a:lnTo>
                  <a:pt x="6690329" y="1321340"/>
                </a:lnTo>
                <a:lnTo>
                  <a:pt x="6690329" y="0"/>
                </a:lnTo>
                <a:close/>
              </a:path>
            </a:pathLst>
          </a:custGeom>
          <a:blipFill rotWithShape="1">
            <a:blip r:embed="rId6">
              <a:alphaModFix/>
            </a:blip>
            <a:stretch>
              <a:fillRect/>
            </a:stretch>
          </a:blipFill>
          <a:ln>
            <a:noFill/>
          </a:ln>
        </p:spPr>
      </p:sp>
      <p:sp>
        <p:nvSpPr>
          <p:cNvPr id="259" name="Google Shape;259;p8"/>
          <p:cNvSpPr/>
          <p:nvPr/>
        </p:nvSpPr>
        <p:spPr>
          <a:xfrm>
            <a:off x="1381794" y="5347675"/>
            <a:ext cx="15524411" cy="4402210"/>
          </a:xfrm>
          <a:custGeom>
            <a:avLst/>
            <a:gdLst/>
            <a:ahLst/>
            <a:cxnLst/>
            <a:rect l="l" t="t" r="r" b="b"/>
            <a:pathLst>
              <a:path w="15524411" h="4402210" extrusionOk="0">
                <a:moveTo>
                  <a:pt x="0" y="0"/>
                </a:moveTo>
                <a:lnTo>
                  <a:pt x="15524412" y="0"/>
                </a:lnTo>
                <a:lnTo>
                  <a:pt x="15524412" y="4402210"/>
                </a:lnTo>
                <a:lnTo>
                  <a:pt x="0" y="4402210"/>
                </a:lnTo>
                <a:lnTo>
                  <a:pt x="0" y="0"/>
                </a:lnTo>
                <a:close/>
              </a:path>
            </a:pathLst>
          </a:custGeom>
          <a:blipFill rotWithShape="1">
            <a:blip r:embed="rId7">
              <a:alphaModFix/>
            </a:blip>
            <a:stretch>
              <a:fillRect t="-10948" b="-569"/>
            </a:stretch>
          </a:blipFill>
          <a:ln>
            <a:noFill/>
          </a:ln>
        </p:spPr>
      </p:sp>
      <p:sp>
        <p:nvSpPr>
          <p:cNvPr id="260" name="Google Shape;260;p8"/>
          <p:cNvSpPr txBox="1"/>
          <p:nvPr/>
        </p:nvSpPr>
        <p:spPr>
          <a:xfrm>
            <a:off x="1069232" y="1119258"/>
            <a:ext cx="12948749" cy="1075116"/>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399"/>
              <a:buFont typeface="Arial"/>
              <a:buNone/>
            </a:pPr>
            <a:r>
              <a:rPr lang="en-US" sz="7399" b="1" i="0" u="none" strike="noStrike" cap="none">
                <a:solidFill>
                  <a:srgbClr val="FFFFFF"/>
                </a:solidFill>
                <a:latin typeface="Public Sans"/>
                <a:ea typeface="Public Sans"/>
                <a:cs typeface="Public Sans"/>
                <a:sym typeface="Public Sans"/>
              </a:rPr>
              <a:t>Resumen Plan de Trabajo</a:t>
            </a:r>
            <a:endParaRPr sz="1400" b="0" i="0" u="none" strike="noStrike" cap="none">
              <a:solidFill>
                <a:srgbClr val="000000"/>
              </a:solidFill>
              <a:latin typeface="Arial"/>
              <a:ea typeface="Arial"/>
              <a:cs typeface="Arial"/>
              <a:sym typeface="Arial"/>
            </a:endParaRPr>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grpSp>
        <p:nvGrpSpPr>
          <p:cNvPr id="265" name="Google Shape;265;p9"/>
          <p:cNvGrpSpPr/>
          <p:nvPr/>
        </p:nvGrpSpPr>
        <p:grpSpPr>
          <a:xfrm>
            <a:off x="102" y="-396240"/>
            <a:ext cx="18394680" cy="4434840"/>
            <a:chOff x="0" y="0"/>
            <a:chExt cx="24526240" cy="7666453"/>
          </a:xfrm>
        </p:grpSpPr>
        <p:sp>
          <p:nvSpPr>
            <p:cNvPr id="266" name="Google Shape;266;p9"/>
            <p:cNvSpPr/>
            <p:nvPr/>
          </p:nvSpPr>
          <p:spPr>
            <a:xfrm>
              <a:off x="0" y="0"/>
              <a:ext cx="24526240" cy="6659987"/>
            </a:xfrm>
            <a:custGeom>
              <a:avLst/>
              <a:gdLst/>
              <a:ahLst/>
              <a:cxnLst/>
              <a:rect l="l" t="t" r="r" b="b"/>
              <a:pathLst>
                <a:path w="24526240" h="6659987" extrusionOk="0">
                  <a:moveTo>
                    <a:pt x="0" y="0"/>
                  </a:moveTo>
                  <a:lnTo>
                    <a:pt x="24526240" y="0"/>
                  </a:lnTo>
                  <a:lnTo>
                    <a:pt x="24526240" y="6659987"/>
                  </a:lnTo>
                  <a:lnTo>
                    <a:pt x="0" y="6659987"/>
                  </a:lnTo>
                  <a:lnTo>
                    <a:pt x="0" y="0"/>
                  </a:lnTo>
                  <a:close/>
                </a:path>
              </a:pathLst>
            </a:custGeom>
            <a:blipFill rotWithShape="1">
              <a:blip r:embed="rId3">
                <a:alphaModFix/>
              </a:blip>
              <a:stretch>
                <a:fillRect t="-40101" b="-105225"/>
              </a:stretch>
            </a:blipFill>
            <a:ln>
              <a:noFill/>
            </a:ln>
          </p:spPr>
        </p:sp>
        <p:sp>
          <p:nvSpPr>
            <p:cNvPr id="267" name="Google Shape;267;p9"/>
            <p:cNvSpPr/>
            <p:nvPr/>
          </p:nvSpPr>
          <p:spPr>
            <a:xfrm>
              <a:off x="2708073" y="6659987"/>
              <a:ext cx="18563260" cy="1006466"/>
            </a:xfrm>
            <a:custGeom>
              <a:avLst/>
              <a:gdLst/>
              <a:ahLst/>
              <a:cxnLst/>
              <a:rect l="l" t="t" r="r" b="b"/>
              <a:pathLst>
                <a:path w="18563260" h="1006466" extrusionOk="0">
                  <a:moveTo>
                    <a:pt x="0" y="0"/>
                  </a:moveTo>
                  <a:lnTo>
                    <a:pt x="18563260" y="0"/>
                  </a:lnTo>
                  <a:lnTo>
                    <a:pt x="18563260" y="1006466"/>
                  </a:lnTo>
                  <a:lnTo>
                    <a:pt x="0" y="1006466"/>
                  </a:lnTo>
                  <a:lnTo>
                    <a:pt x="0" y="0"/>
                  </a:lnTo>
                  <a:close/>
                </a:path>
              </a:pathLst>
            </a:custGeom>
            <a:blipFill rotWithShape="1">
              <a:blip r:embed="rId4">
                <a:alphaModFix amt="80000"/>
              </a:blip>
              <a:stretch>
                <a:fillRect t="-8786" b="-8787"/>
              </a:stretch>
            </a:blipFill>
            <a:ln>
              <a:noFill/>
            </a:ln>
          </p:spPr>
        </p:sp>
      </p:grpSp>
      <p:sp>
        <p:nvSpPr>
          <p:cNvPr id="268" name="Google Shape;268;p9"/>
          <p:cNvSpPr/>
          <p:nvPr/>
        </p:nvSpPr>
        <p:spPr>
          <a:xfrm>
            <a:off x="13252390" y="1719850"/>
            <a:ext cx="2796646" cy="2746539"/>
          </a:xfrm>
          <a:custGeom>
            <a:avLst/>
            <a:gdLst/>
            <a:ahLst/>
            <a:cxnLst/>
            <a:rect l="l" t="t" r="r" b="b"/>
            <a:pathLst>
              <a:path w="2796646" h="2746539" extrusionOk="0">
                <a:moveTo>
                  <a:pt x="0" y="0"/>
                </a:moveTo>
                <a:lnTo>
                  <a:pt x="2796646" y="0"/>
                </a:lnTo>
                <a:lnTo>
                  <a:pt x="2796646" y="2746539"/>
                </a:lnTo>
                <a:lnTo>
                  <a:pt x="0" y="2746539"/>
                </a:lnTo>
                <a:lnTo>
                  <a:pt x="0" y="0"/>
                </a:lnTo>
                <a:close/>
              </a:path>
            </a:pathLst>
          </a:custGeom>
          <a:blipFill rotWithShape="1">
            <a:blip r:embed="rId5">
              <a:alphaModFix/>
            </a:blip>
            <a:stretch>
              <a:fillRect/>
            </a:stretch>
          </a:blipFill>
          <a:ln>
            <a:noFill/>
          </a:ln>
        </p:spPr>
      </p:sp>
      <p:sp>
        <p:nvSpPr>
          <p:cNvPr id="269" name="Google Shape;269;p9"/>
          <p:cNvSpPr/>
          <p:nvPr/>
        </p:nvSpPr>
        <p:spPr>
          <a:xfrm flipH="1">
            <a:off x="13077592" y="1028700"/>
            <a:ext cx="6690329" cy="1321340"/>
          </a:xfrm>
          <a:custGeom>
            <a:avLst/>
            <a:gdLst/>
            <a:ahLst/>
            <a:cxnLst/>
            <a:rect l="l" t="t" r="r" b="b"/>
            <a:pathLst>
              <a:path w="6690329" h="1321340" extrusionOk="0">
                <a:moveTo>
                  <a:pt x="6690329" y="0"/>
                </a:moveTo>
                <a:lnTo>
                  <a:pt x="0" y="0"/>
                </a:lnTo>
                <a:lnTo>
                  <a:pt x="0" y="1321340"/>
                </a:lnTo>
                <a:lnTo>
                  <a:pt x="6690329" y="1321340"/>
                </a:lnTo>
                <a:lnTo>
                  <a:pt x="6690329" y="0"/>
                </a:lnTo>
                <a:close/>
              </a:path>
            </a:pathLst>
          </a:custGeom>
          <a:blipFill rotWithShape="1">
            <a:blip r:embed="rId6">
              <a:alphaModFix/>
            </a:blip>
            <a:stretch>
              <a:fillRect/>
            </a:stretch>
          </a:blipFill>
          <a:ln>
            <a:noFill/>
          </a:ln>
        </p:spPr>
      </p:sp>
      <p:sp>
        <p:nvSpPr>
          <p:cNvPr id="270" name="Google Shape;270;p9"/>
          <p:cNvSpPr txBox="1"/>
          <p:nvPr/>
        </p:nvSpPr>
        <p:spPr>
          <a:xfrm>
            <a:off x="1069232" y="1119258"/>
            <a:ext cx="12948749" cy="1075116"/>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399"/>
              <a:buFont typeface="Arial"/>
              <a:buNone/>
            </a:pPr>
            <a:r>
              <a:rPr lang="en-US" sz="7399" b="1" i="0" u="none" strike="noStrike" cap="none">
                <a:solidFill>
                  <a:srgbClr val="FFFFFF"/>
                </a:solidFill>
                <a:latin typeface="Public Sans"/>
                <a:ea typeface="Public Sans"/>
                <a:cs typeface="Public Sans"/>
                <a:sym typeface="Public Sans"/>
              </a:rPr>
              <a:t>Carta Grantt</a:t>
            </a:r>
            <a:endParaRPr sz="1400" b="0" i="0" u="none" strike="noStrike" cap="none">
              <a:solidFill>
                <a:srgbClr val="000000"/>
              </a:solidFill>
              <a:latin typeface="Arial"/>
              <a:ea typeface="Arial"/>
              <a:cs typeface="Arial"/>
              <a:sym typeface="Arial"/>
            </a:endParaRPr>
          </a:p>
        </p:txBody>
      </p:sp>
      <p:pic>
        <p:nvPicPr>
          <p:cNvPr id="271" name="Google Shape;271;p9"/>
          <p:cNvPicPr preferRelativeResize="0"/>
          <p:nvPr/>
        </p:nvPicPr>
        <p:blipFill rotWithShape="1">
          <a:blip r:embed="rId7">
            <a:alphaModFix/>
          </a:blip>
          <a:srcRect/>
          <a:stretch/>
        </p:blipFill>
        <p:spPr>
          <a:xfrm>
            <a:off x="2703591" y="4028146"/>
            <a:ext cx="13297728" cy="5604938"/>
          </a:xfrm>
          <a:prstGeom prst="rect">
            <a:avLst/>
          </a:prstGeom>
          <a:noFill/>
          <a:ln>
            <a:noFill/>
          </a:ln>
        </p:spPr>
      </p:pic>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grpSp>
        <p:nvGrpSpPr>
          <p:cNvPr id="276" name="Google Shape;276;p10"/>
          <p:cNvGrpSpPr/>
          <p:nvPr/>
        </p:nvGrpSpPr>
        <p:grpSpPr>
          <a:xfrm>
            <a:off x="0" y="0"/>
            <a:ext cx="10103789" cy="10308299"/>
            <a:chOff x="0" y="0"/>
            <a:chExt cx="13471719" cy="13744399"/>
          </a:xfrm>
        </p:grpSpPr>
        <p:sp>
          <p:nvSpPr>
            <p:cNvPr id="277" name="Google Shape;277;p10"/>
            <p:cNvSpPr/>
            <p:nvPr/>
          </p:nvSpPr>
          <p:spPr>
            <a:xfrm rot="-5400000">
              <a:off x="6161417" y="6434097"/>
              <a:ext cx="13744399" cy="876205"/>
            </a:xfrm>
            <a:custGeom>
              <a:avLst/>
              <a:gdLst/>
              <a:ahLst/>
              <a:cxnLst/>
              <a:rect l="l" t="t" r="r" b="b"/>
              <a:pathLst>
                <a:path w="13744399" h="876205" extrusionOk="0">
                  <a:moveTo>
                    <a:pt x="0" y="0"/>
                  </a:moveTo>
                  <a:lnTo>
                    <a:pt x="13744399" y="0"/>
                  </a:lnTo>
                  <a:lnTo>
                    <a:pt x="13744399" y="876205"/>
                  </a:lnTo>
                  <a:lnTo>
                    <a:pt x="0" y="876205"/>
                  </a:lnTo>
                  <a:lnTo>
                    <a:pt x="0" y="0"/>
                  </a:lnTo>
                  <a:close/>
                </a:path>
              </a:pathLst>
            </a:custGeom>
            <a:blipFill rotWithShape="1">
              <a:blip r:embed="rId3">
                <a:alphaModFix/>
              </a:blip>
              <a:stretch>
                <a:fillRect/>
              </a:stretch>
            </a:blipFill>
            <a:ln>
              <a:noFill/>
            </a:ln>
          </p:spPr>
        </p:sp>
        <p:sp>
          <p:nvSpPr>
            <p:cNvPr id="278" name="Google Shape;278;p10"/>
            <p:cNvSpPr/>
            <p:nvPr/>
          </p:nvSpPr>
          <p:spPr>
            <a:xfrm>
              <a:off x="0" y="0"/>
              <a:ext cx="12633429" cy="13716000"/>
            </a:xfrm>
            <a:custGeom>
              <a:avLst/>
              <a:gdLst/>
              <a:ahLst/>
              <a:cxnLst/>
              <a:rect l="l" t="t" r="r" b="b"/>
              <a:pathLst>
                <a:path w="12633429" h="13716000" extrusionOk="0">
                  <a:moveTo>
                    <a:pt x="0" y="0"/>
                  </a:moveTo>
                  <a:lnTo>
                    <a:pt x="12633429" y="0"/>
                  </a:lnTo>
                  <a:lnTo>
                    <a:pt x="12633429" y="13716000"/>
                  </a:lnTo>
                  <a:lnTo>
                    <a:pt x="0" y="13716000"/>
                  </a:lnTo>
                  <a:lnTo>
                    <a:pt x="0" y="0"/>
                  </a:lnTo>
                  <a:close/>
                </a:path>
              </a:pathLst>
            </a:custGeom>
            <a:blipFill rotWithShape="1">
              <a:blip r:embed="rId4">
                <a:alphaModFix/>
              </a:blip>
              <a:stretch>
                <a:fillRect l="-13999" r="-48940"/>
              </a:stretch>
            </a:blipFill>
            <a:ln>
              <a:noFill/>
            </a:ln>
          </p:spPr>
        </p:sp>
      </p:grpSp>
      <p:sp>
        <p:nvSpPr>
          <p:cNvPr id="279" name="Google Shape;279;p10"/>
          <p:cNvSpPr/>
          <p:nvPr/>
        </p:nvSpPr>
        <p:spPr>
          <a:xfrm>
            <a:off x="13366105" y="2746115"/>
            <a:ext cx="1614717" cy="1804555"/>
          </a:xfrm>
          <a:custGeom>
            <a:avLst/>
            <a:gdLst/>
            <a:ahLst/>
            <a:cxnLst/>
            <a:rect l="l" t="t" r="r" b="b"/>
            <a:pathLst>
              <a:path w="1614717" h="1804555" extrusionOk="0">
                <a:moveTo>
                  <a:pt x="0" y="0"/>
                </a:moveTo>
                <a:lnTo>
                  <a:pt x="1614717" y="0"/>
                </a:lnTo>
                <a:lnTo>
                  <a:pt x="1614717" y="1804555"/>
                </a:lnTo>
                <a:lnTo>
                  <a:pt x="0" y="1804555"/>
                </a:lnTo>
                <a:lnTo>
                  <a:pt x="0" y="0"/>
                </a:lnTo>
                <a:close/>
              </a:path>
            </a:pathLst>
          </a:custGeom>
          <a:blipFill rotWithShape="1">
            <a:blip r:embed="rId5">
              <a:alphaModFix/>
            </a:blip>
            <a:stretch>
              <a:fillRect l="-35476" r="-32252"/>
            </a:stretch>
          </a:blipFill>
          <a:ln>
            <a:noFill/>
          </a:ln>
        </p:spPr>
      </p:sp>
      <p:sp>
        <p:nvSpPr>
          <p:cNvPr id="280" name="Google Shape;280;p10"/>
          <p:cNvSpPr/>
          <p:nvPr/>
        </p:nvSpPr>
        <p:spPr>
          <a:xfrm>
            <a:off x="10621673" y="1127227"/>
            <a:ext cx="1565039" cy="1565039"/>
          </a:xfrm>
          <a:custGeom>
            <a:avLst/>
            <a:gdLst/>
            <a:ahLst/>
            <a:cxnLst/>
            <a:rect l="l" t="t" r="r" b="b"/>
            <a:pathLst>
              <a:path w="1565039" h="1565039" extrusionOk="0">
                <a:moveTo>
                  <a:pt x="0" y="0"/>
                </a:moveTo>
                <a:lnTo>
                  <a:pt x="1565039" y="0"/>
                </a:lnTo>
                <a:lnTo>
                  <a:pt x="1565039" y="1565040"/>
                </a:lnTo>
                <a:lnTo>
                  <a:pt x="0" y="1565040"/>
                </a:lnTo>
                <a:lnTo>
                  <a:pt x="0" y="0"/>
                </a:lnTo>
                <a:close/>
              </a:path>
            </a:pathLst>
          </a:custGeom>
          <a:blipFill rotWithShape="1">
            <a:blip r:embed="rId6">
              <a:alphaModFix/>
            </a:blip>
            <a:stretch>
              <a:fillRect/>
            </a:stretch>
          </a:blipFill>
          <a:ln>
            <a:noFill/>
          </a:ln>
        </p:spPr>
      </p:sp>
      <p:sp>
        <p:nvSpPr>
          <p:cNvPr id="281" name="Google Shape;281;p10"/>
          <p:cNvSpPr/>
          <p:nvPr/>
        </p:nvSpPr>
        <p:spPr>
          <a:xfrm>
            <a:off x="13258913" y="1222772"/>
            <a:ext cx="1469495" cy="1469495"/>
          </a:xfrm>
          <a:custGeom>
            <a:avLst/>
            <a:gdLst/>
            <a:ahLst/>
            <a:cxnLst/>
            <a:rect l="l" t="t" r="r" b="b"/>
            <a:pathLst>
              <a:path w="1469495" h="1469495" extrusionOk="0">
                <a:moveTo>
                  <a:pt x="0" y="0"/>
                </a:moveTo>
                <a:lnTo>
                  <a:pt x="1469495" y="0"/>
                </a:lnTo>
                <a:lnTo>
                  <a:pt x="1469495" y="1469495"/>
                </a:lnTo>
                <a:lnTo>
                  <a:pt x="0" y="1469495"/>
                </a:lnTo>
                <a:lnTo>
                  <a:pt x="0" y="0"/>
                </a:lnTo>
                <a:close/>
              </a:path>
            </a:pathLst>
          </a:custGeom>
          <a:blipFill rotWithShape="1">
            <a:blip r:embed="rId7">
              <a:alphaModFix/>
            </a:blip>
            <a:stretch>
              <a:fillRect/>
            </a:stretch>
          </a:blipFill>
          <a:ln>
            <a:noFill/>
          </a:ln>
        </p:spPr>
      </p:sp>
      <p:sp>
        <p:nvSpPr>
          <p:cNvPr id="282" name="Google Shape;282;p10"/>
          <p:cNvSpPr/>
          <p:nvPr/>
        </p:nvSpPr>
        <p:spPr>
          <a:xfrm>
            <a:off x="16076583" y="1337142"/>
            <a:ext cx="1182717" cy="1240756"/>
          </a:xfrm>
          <a:custGeom>
            <a:avLst/>
            <a:gdLst/>
            <a:ahLst/>
            <a:cxnLst/>
            <a:rect l="l" t="t" r="r" b="b"/>
            <a:pathLst>
              <a:path w="1182717" h="1240756" extrusionOk="0">
                <a:moveTo>
                  <a:pt x="0" y="0"/>
                </a:moveTo>
                <a:lnTo>
                  <a:pt x="1182717" y="0"/>
                </a:lnTo>
                <a:lnTo>
                  <a:pt x="1182717" y="1240756"/>
                </a:lnTo>
                <a:lnTo>
                  <a:pt x="0" y="1240756"/>
                </a:lnTo>
                <a:lnTo>
                  <a:pt x="0" y="0"/>
                </a:lnTo>
                <a:close/>
              </a:path>
            </a:pathLst>
          </a:custGeom>
          <a:blipFill rotWithShape="1">
            <a:blip r:embed="rId8">
              <a:alphaModFix/>
            </a:blip>
            <a:stretch>
              <a:fillRect l="-63849" t="-19937" r="-58343"/>
            </a:stretch>
          </a:blipFill>
          <a:ln>
            <a:noFill/>
          </a:ln>
        </p:spPr>
      </p:sp>
      <p:sp>
        <p:nvSpPr>
          <p:cNvPr id="284" name="Google Shape;284;p10"/>
          <p:cNvSpPr/>
          <p:nvPr/>
        </p:nvSpPr>
        <p:spPr>
          <a:xfrm>
            <a:off x="11764817" y="6293655"/>
            <a:ext cx="1264042" cy="1264042"/>
          </a:xfrm>
          <a:custGeom>
            <a:avLst/>
            <a:gdLst/>
            <a:ahLst/>
            <a:cxnLst/>
            <a:rect l="l" t="t" r="r" b="b"/>
            <a:pathLst>
              <a:path w="1264042" h="1264042" extrusionOk="0">
                <a:moveTo>
                  <a:pt x="0" y="0"/>
                </a:moveTo>
                <a:lnTo>
                  <a:pt x="1264042" y="0"/>
                </a:lnTo>
                <a:lnTo>
                  <a:pt x="1264042" y="1264041"/>
                </a:lnTo>
                <a:lnTo>
                  <a:pt x="0" y="1264041"/>
                </a:lnTo>
                <a:lnTo>
                  <a:pt x="0" y="0"/>
                </a:lnTo>
                <a:close/>
              </a:path>
            </a:pathLst>
          </a:custGeom>
          <a:blipFill rotWithShape="1">
            <a:blip r:embed="rId9">
              <a:alphaModFix/>
            </a:blip>
            <a:stretch>
              <a:fillRect/>
            </a:stretch>
          </a:blipFill>
          <a:ln>
            <a:noFill/>
          </a:ln>
        </p:spPr>
      </p:sp>
      <p:sp>
        <p:nvSpPr>
          <p:cNvPr id="285" name="Google Shape;285;p10"/>
          <p:cNvSpPr/>
          <p:nvPr/>
        </p:nvSpPr>
        <p:spPr>
          <a:xfrm>
            <a:off x="14604194" y="6149811"/>
            <a:ext cx="1523911" cy="1407885"/>
          </a:xfrm>
          <a:custGeom>
            <a:avLst/>
            <a:gdLst/>
            <a:ahLst/>
            <a:cxnLst/>
            <a:rect l="l" t="t" r="r" b="b"/>
            <a:pathLst>
              <a:path w="1523911" h="1407885" extrusionOk="0">
                <a:moveTo>
                  <a:pt x="0" y="0"/>
                </a:moveTo>
                <a:lnTo>
                  <a:pt x="1523911" y="0"/>
                </a:lnTo>
                <a:lnTo>
                  <a:pt x="1523911" y="1407885"/>
                </a:lnTo>
                <a:lnTo>
                  <a:pt x="0" y="1407885"/>
                </a:lnTo>
                <a:lnTo>
                  <a:pt x="0" y="0"/>
                </a:lnTo>
                <a:close/>
              </a:path>
            </a:pathLst>
          </a:custGeom>
          <a:blipFill rotWithShape="1">
            <a:blip r:embed="rId10">
              <a:alphaModFix/>
            </a:blip>
            <a:stretch>
              <a:fillRect t="-8237"/>
            </a:stretch>
          </a:blipFill>
          <a:ln>
            <a:noFill/>
          </a:ln>
        </p:spPr>
      </p:sp>
      <p:sp>
        <p:nvSpPr>
          <p:cNvPr id="286" name="Google Shape;286;p10"/>
          <p:cNvSpPr/>
          <p:nvPr/>
        </p:nvSpPr>
        <p:spPr>
          <a:xfrm>
            <a:off x="10103789" y="7946250"/>
            <a:ext cx="1520026" cy="1520026"/>
          </a:xfrm>
          <a:custGeom>
            <a:avLst/>
            <a:gdLst/>
            <a:ahLst/>
            <a:cxnLst/>
            <a:rect l="l" t="t" r="r" b="b"/>
            <a:pathLst>
              <a:path w="1520026" h="1520026" extrusionOk="0">
                <a:moveTo>
                  <a:pt x="0" y="0"/>
                </a:moveTo>
                <a:lnTo>
                  <a:pt x="1520026" y="0"/>
                </a:lnTo>
                <a:lnTo>
                  <a:pt x="1520026" y="1520026"/>
                </a:lnTo>
                <a:lnTo>
                  <a:pt x="0" y="1520026"/>
                </a:lnTo>
                <a:lnTo>
                  <a:pt x="0" y="0"/>
                </a:lnTo>
                <a:close/>
              </a:path>
            </a:pathLst>
          </a:custGeom>
          <a:blipFill rotWithShape="1">
            <a:blip r:embed="rId11">
              <a:alphaModFix/>
            </a:blip>
            <a:stretch>
              <a:fillRect/>
            </a:stretch>
          </a:blipFill>
          <a:ln>
            <a:noFill/>
          </a:ln>
        </p:spPr>
      </p:sp>
      <p:sp>
        <p:nvSpPr>
          <p:cNvPr id="287" name="Google Shape;287;p10"/>
          <p:cNvSpPr/>
          <p:nvPr/>
        </p:nvSpPr>
        <p:spPr>
          <a:xfrm>
            <a:off x="11824860" y="8447789"/>
            <a:ext cx="3230925" cy="516948"/>
          </a:xfrm>
          <a:custGeom>
            <a:avLst/>
            <a:gdLst/>
            <a:ahLst/>
            <a:cxnLst/>
            <a:rect l="l" t="t" r="r" b="b"/>
            <a:pathLst>
              <a:path w="3230925" h="516948" extrusionOk="0">
                <a:moveTo>
                  <a:pt x="0" y="0"/>
                </a:moveTo>
                <a:lnTo>
                  <a:pt x="3230925" y="0"/>
                </a:lnTo>
                <a:lnTo>
                  <a:pt x="3230925" y="516948"/>
                </a:lnTo>
                <a:lnTo>
                  <a:pt x="0" y="516948"/>
                </a:lnTo>
                <a:lnTo>
                  <a:pt x="0" y="0"/>
                </a:lnTo>
                <a:close/>
              </a:path>
            </a:pathLst>
          </a:custGeom>
          <a:blipFill rotWithShape="1">
            <a:blip r:embed="rId12">
              <a:alphaModFix/>
            </a:blip>
            <a:stretch>
              <a:fillRect/>
            </a:stretch>
          </a:blipFill>
          <a:ln>
            <a:noFill/>
          </a:ln>
        </p:spPr>
      </p:sp>
      <p:sp>
        <p:nvSpPr>
          <p:cNvPr id="288" name="Google Shape;288;p10"/>
          <p:cNvSpPr txBox="1"/>
          <p:nvPr/>
        </p:nvSpPr>
        <p:spPr>
          <a:xfrm>
            <a:off x="1213588" y="4104966"/>
            <a:ext cx="6932644" cy="1034129"/>
          </a:xfrm>
          <a:prstGeom prst="rect">
            <a:avLst/>
          </a:prstGeom>
          <a:noFill/>
          <a:ln>
            <a:noFill/>
          </a:ln>
        </p:spPr>
        <p:txBody>
          <a:bodyPr spcFirstLastPara="1" wrap="square" lIns="0" tIns="0" rIns="0" bIns="0" anchor="t" anchorCtr="0">
            <a:spAutoFit/>
          </a:bodyPr>
          <a:lstStyle/>
          <a:p>
            <a:pPr marL="518163" marR="0" lvl="1" indent="-259082" algn="l" rtl="0">
              <a:lnSpc>
                <a:spcPct val="140000"/>
              </a:lnSpc>
              <a:spcBef>
                <a:spcPts val="0"/>
              </a:spcBef>
              <a:spcAft>
                <a:spcPts val="0"/>
              </a:spcAft>
              <a:buClr>
                <a:srgbClr val="FFFFFF"/>
              </a:buClr>
              <a:buSzPts val="2400"/>
              <a:buFont typeface="Arial"/>
              <a:buChar char="•"/>
            </a:pPr>
            <a:r>
              <a:rPr lang="en-US" sz="2400" b="0" i="0" u="none" strike="noStrike" cap="none" dirty="0">
                <a:solidFill>
                  <a:srgbClr val="FFFFFF"/>
                </a:solidFill>
                <a:latin typeface="Public Sans"/>
                <a:ea typeface="Public Sans"/>
                <a:cs typeface="Public Sans"/>
                <a:sym typeface="Public Sans"/>
              </a:rPr>
              <a:t>Frontend / App de </a:t>
            </a:r>
            <a:r>
              <a:rPr lang="en-US" sz="2400" b="0" i="0" u="none" strike="noStrike" cap="none" dirty="0" err="1">
                <a:solidFill>
                  <a:srgbClr val="FFFFFF"/>
                </a:solidFill>
                <a:latin typeface="Public Sans"/>
                <a:ea typeface="Public Sans"/>
                <a:cs typeface="Public Sans"/>
                <a:sym typeface="Public Sans"/>
              </a:rPr>
              <a:t>escritorio</a:t>
            </a:r>
            <a:r>
              <a:rPr lang="en-US" sz="2400" b="0" i="0" u="none" strike="noStrike" cap="none" dirty="0">
                <a:solidFill>
                  <a:srgbClr val="FFFFFF"/>
                </a:solidFill>
                <a:latin typeface="Public Sans"/>
                <a:ea typeface="Public Sans"/>
                <a:cs typeface="Public Sans"/>
                <a:sym typeface="Public Sans"/>
              </a:rPr>
              <a:t>: Electron, HTML, CSS, </a:t>
            </a:r>
            <a:r>
              <a:rPr lang="en-US" sz="2400" b="0" i="0" u="none" strike="noStrike" cap="none" dirty="0" smtClean="0">
                <a:solidFill>
                  <a:srgbClr val="FFFFFF"/>
                </a:solidFill>
                <a:latin typeface="Public Sans"/>
                <a:ea typeface="Public Sans"/>
                <a:cs typeface="Public Sans"/>
                <a:sym typeface="Public Sans"/>
              </a:rPr>
              <a:t>JavaScript</a:t>
            </a:r>
            <a:r>
              <a:rPr lang="en-US" sz="2400" dirty="0">
                <a:solidFill>
                  <a:srgbClr val="FFFFFF"/>
                </a:solidFill>
                <a:latin typeface="Public Sans"/>
                <a:ea typeface="Public Sans"/>
                <a:cs typeface="Public Sans"/>
                <a:sym typeface="Public Sans"/>
              </a:rPr>
              <a:t> </a:t>
            </a:r>
            <a:r>
              <a:rPr lang="en-US" sz="2400" dirty="0" err="1" smtClean="0">
                <a:solidFill>
                  <a:srgbClr val="FFFFFF"/>
                </a:solidFill>
                <a:latin typeface="Public Sans"/>
                <a:ea typeface="Public Sans"/>
                <a:cs typeface="Public Sans"/>
                <a:sym typeface="Public Sans"/>
              </a:rPr>
              <a:t>nodejs</a:t>
            </a:r>
            <a:r>
              <a:rPr lang="en-US" sz="2400" b="0" i="0" u="none" strike="noStrike" cap="none" dirty="0" smtClean="0">
                <a:solidFill>
                  <a:srgbClr val="FFFFFF"/>
                </a:solidFill>
                <a:latin typeface="Public Sans"/>
                <a:ea typeface="Public Sans"/>
                <a:cs typeface="Public Sans"/>
                <a:sym typeface="Public Sans"/>
              </a:rPr>
              <a:t>.</a:t>
            </a:r>
            <a:endParaRPr sz="1400" b="0" i="0" u="none" strike="noStrike" cap="none" dirty="0">
              <a:solidFill>
                <a:srgbClr val="000000"/>
              </a:solidFill>
              <a:latin typeface="Arial"/>
              <a:ea typeface="Arial"/>
              <a:cs typeface="Arial"/>
              <a:sym typeface="Arial"/>
            </a:endParaRPr>
          </a:p>
        </p:txBody>
      </p:sp>
      <p:sp>
        <p:nvSpPr>
          <p:cNvPr id="289" name="Google Shape;289;p10"/>
          <p:cNvSpPr txBox="1"/>
          <p:nvPr/>
        </p:nvSpPr>
        <p:spPr>
          <a:xfrm>
            <a:off x="1213588" y="5386196"/>
            <a:ext cx="6932644" cy="415223"/>
          </a:xfrm>
          <a:prstGeom prst="rect">
            <a:avLst/>
          </a:prstGeom>
          <a:noFill/>
          <a:ln>
            <a:noFill/>
          </a:ln>
        </p:spPr>
        <p:txBody>
          <a:bodyPr spcFirstLastPara="1" wrap="square" lIns="0" tIns="0" rIns="0" bIns="0" anchor="t" anchorCtr="0">
            <a:spAutoFit/>
          </a:bodyPr>
          <a:lstStyle/>
          <a:p>
            <a:pPr marL="518163" marR="0" lvl="1" indent="-259082" algn="l" rtl="0">
              <a:lnSpc>
                <a:spcPct val="140000"/>
              </a:lnSpc>
              <a:spcBef>
                <a:spcPts val="0"/>
              </a:spcBef>
              <a:spcAft>
                <a:spcPts val="0"/>
              </a:spcAft>
              <a:buClr>
                <a:srgbClr val="FFFFFF"/>
              </a:buClr>
              <a:buSzPts val="2400"/>
              <a:buFont typeface="Arial"/>
              <a:buChar char="•"/>
            </a:pPr>
            <a:r>
              <a:rPr lang="en-US" sz="2400" b="0" i="0" u="none" strike="noStrike" cap="none">
                <a:solidFill>
                  <a:srgbClr val="FFFFFF"/>
                </a:solidFill>
                <a:latin typeface="Public Sans"/>
                <a:ea typeface="Public Sans"/>
                <a:cs typeface="Public Sans"/>
                <a:sym typeface="Public Sans"/>
              </a:rPr>
              <a:t>Backend / Lógica: Python, MySql.</a:t>
            </a:r>
            <a:endParaRPr sz="1400" b="0" i="0" u="none" strike="noStrike" cap="none">
              <a:solidFill>
                <a:srgbClr val="000000"/>
              </a:solidFill>
              <a:latin typeface="Arial"/>
              <a:ea typeface="Arial"/>
              <a:cs typeface="Arial"/>
              <a:sym typeface="Arial"/>
            </a:endParaRPr>
          </a:p>
        </p:txBody>
      </p:sp>
      <p:sp>
        <p:nvSpPr>
          <p:cNvPr id="290" name="Google Shape;290;p10"/>
          <p:cNvSpPr txBox="1"/>
          <p:nvPr/>
        </p:nvSpPr>
        <p:spPr>
          <a:xfrm>
            <a:off x="1213588" y="6249094"/>
            <a:ext cx="6932644" cy="517065"/>
          </a:xfrm>
          <a:prstGeom prst="rect">
            <a:avLst/>
          </a:prstGeom>
          <a:noFill/>
          <a:ln>
            <a:noFill/>
          </a:ln>
        </p:spPr>
        <p:txBody>
          <a:bodyPr spcFirstLastPara="1" wrap="square" lIns="0" tIns="0" rIns="0" bIns="0" anchor="t" anchorCtr="0">
            <a:spAutoFit/>
          </a:bodyPr>
          <a:lstStyle/>
          <a:p>
            <a:pPr marL="518163" marR="0" lvl="1" indent="-259082" algn="l" rtl="0">
              <a:lnSpc>
                <a:spcPct val="140000"/>
              </a:lnSpc>
              <a:spcBef>
                <a:spcPts val="0"/>
              </a:spcBef>
              <a:spcAft>
                <a:spcPts val="0"/>
              </a:spcAft>
              <a:buClr>
                <a:srgbClr val="FFFFFF"/>
              </a:buClr>
              <a:buSzPts val="2400"/>
              <a:buFont typeface="Arial"/>
              <a:buChar char="•"/>
            </a:pPr>
            <a:r>
              <a:rPr lang="en-US" sz="2400" b="0" i="0" u="none" strike="noStrike" cap="none" dirty="0">
                <a:solidFill>
                  <a:srgbClr val="FFFFFF"/>
                </a:solidFill>
                <a:latin typeface="Public Sans"/>
                <a:ea typeface="Public Sans"/>
                <a:cs typeface="Public Sans"/>
                <a:sym typeface="Public Sans"/>
              </a:rPr>
              <a:t>APIs: </a:t>
            </a:r>
            <a:r>
              <a:rPr lang="en-US" sz="2400" dirty="0" smtClean="0">
                <a:solidFill>
                  <a:srgbClr val="FFFFFF"/>
                </a:solidFill>
                <a:latin typeface="Public Sans"/>
                <a:ea typeface="Public Sans"/>
                <a:cs typeface="Public Sans"/>
                <a:sym typeface="Public Sans"/>
              </a:rPr>
              <a:t>Gemini</a:t>
            </a:r>
            <a:r>
              <a:rPr lang="en-US" sz="2400" b="0" i="0" u="none" strike="noStrike" cap="none" dirty="0" smtClean="0">
                <a:solidFill>
                  <a:srgbClr val="FFFFFF"/>
                </a:solidFill>
                <a:latin typeface="Public Sans"/>
                <a:ea typeface="Public Sans"/>
                <a:cs typeface="Public Sans"/>
                <a:sym typeface="Public Sans"/>
              </a:rPr>
              <a:t>, </a:t>
            </a:r>
            <a:r>
              <a:rPr lang="en-US" sz="2400" b="0" i="0" u="none" strike="noStrike" cap="none" dirty="0" err="1" smtClean="0">
                <a:solidFill>
                  <a:srgbClr val="FFFFFF"/>
                </a:solidFill>
                <a:latin typeface="Public Sans"/>
                <a:ea typeface="Public Sans"/>
                <a:cs typeface="Public Sans"/>
                <a:sym typeface="Public Sans"/>
              </a:rPr>
              <a:t>ElevenLabs</a:t>
            </a:r>
            <a:r>
              <a:rPr lang="en-US" sz="2400" b="0" i="0" u="none" strike="noStrike" cap="none" dirty="0" smtClean="0">
                <a:solidFill>
                  <a:srgbClr val="FFFFFF"/>
                </a:solidFill>
                <a:latin typeface="Public Sans"/>
                <a:ea typeface="Public Sans"/>
                <a:cs typeface="Public Sans"/>
                <a:sym typeface="Public Sans"/>
              </a:rPr>
              <a:t>, </a:t>
            </a:r>
            <a:r>
              <a:rPr lang="en-US" sz="2400" b="0" i="0" u="none" strike="noStrike" cap="none" dirty="0" err="1" smtClean="0">
                <a:solidFill>
                  <a:srgbClr val="FFFFFF"/>
                </a:solidFill>
                <a:latin typeface="Public Sans"/>
                <a:ea typeface="Public Sans"/>
                <a:cs typeface="Public Sans"/>
                <a:sym typeface="Public Sans"/>
              </a:rPr>
              <a:t>Twitchio</a:t>
            </a:r>
            <a:r>
              <a:rPr lang="en-US" sz="2400" b="0" i="0" u="none" strike="noStrike" cap="none" dirty="0" smtClean="0">
                <a:solidFill>
                  <a:srgbClr val="FFFFFF"/>
                </a:solidFill>
                <a:latin typeface="Public Sans"/>
                <a:ea typeface="Public Sans"/>
                <a:cs typeface="Public Sans"/>
                <a:sym typeface="Public Sans"/>
              </a:rPr>
              <a:t>.</a:t>
            </a:r>
            <a:endParaRPr sz="1400" b="0" i="0" u="none" strike="noStrike" cap="none" dirty="0">
              <a:solidFill>
                <a:srgbClr val="000000"/>
              </a:solidFill>
              <a:latin typeface="Arial"/>
              <a:ea typeface="Arial"/>
              <a:cs typeface="Arial"/>
              <a:sym typeface="Arial"/>
            </a:endParaRPr>
          </a:p>
        </p:txBody>
      </p:sp>
      <p:sp>
        <p:nvSpPr>
          <p:cNvPr id="291" name="Google Shape;291;p10"/>
          <p:cNvSpPr txBox="1"/>
          <p:nvPr/>
        </p:nvSpPr>
        <p:spPr>
          <a:xfrm>
            <a:off x="1213588" y="7111993"/>
            <a:ext cx="8443140" cy="834257"/>
          </a:xfrm>
          <a:prstGeom prst="rect">
            <a:avLst/>
          </a:prstGeom>
          <a:noFill/>
          <a:ln>
            <a:noFill/>
          </a:ln>
        </p:spPr>
        <p:txBody>
          <a:bodyPr spcFirstLastPara="1" wrap="square" lIns="0" tIns="0" rIns="0" bIns="0" anchor="t" anchorCtr="0">
            <a:spAutoFit/>
          </a:bodyPr>
          <a:lstStyle/>
          <a:p>
            <a:pPr marL="518163" marR="0" lvl="1" indent="-259082" algn="l" rtl="0">
              <a:lnSpc>
                <a:spcPct val="140000"/>
              </a:lnSpc>
              <a:spcBef>
                <a:spcPts val="0"/>
              </a:spcBef>
              <a:spcAft>
                <a:spcPts val="0"/>
              </a:spcAft>
              <a:buClr>
                <a:srgbClr val="FFFFFF"/>
              </a:buClr>
              <a:buSzPts val="2400"/>
              <a:buFont typeface="Arial"/>
              <a:buChar char="•"/>
            </a:pPr>
            <a:r>
              <a:rPr lang="en-US" sz="2400" b="0" i="0" u="none" strike="noStrike" cap="none">
                <a:solidFill>
                  <a:srgbClr val="FFFFFF"/>
                </a:solidFill>
                <a:latin typeface="Public Sans"/>
                <a:ea typeface="Public Sans"/>
                <a:cs typeface="Public Sans"/>
                <a:sym typeface="Public Sans"/>
              </a:rPr>
              <a:t>Otros recursos: StreamBot, Vtuber Studio, salida de audio virtual.</a:t>
            </a:r>
            <a:endParaRPr sz="1400" b="0" i="0" u="none" strike="noStrike" cap="none">
              <a:solidFill>
                <a:srgbClr val="000000"/>
              </a:solidFill>
              <a:latin typeface="Arial"/>
              <a:ea typeface="Arial"/>
              <a:cs typeface="Arial"/>
              <a:sym typeface="Arial"/>
            </a:endParaRPr>
          </a:p>
        </p:txBody>
      </p:sp>
      <p:sp>
        <p:nvSpPr>
          <p:cNvPr id="292" name="Google Shape;292;p10"/>
          <p:cNvSpPr txBox="1"/>
          <p:nvPr/>
        </p:nvSpPr>
        <p:spPr>
          <a:xfrm>
            <a:off x="1213588" y="983110"/>
            <a:ext cx="8115300" cy="2109429"/>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399"/>
              <a:buFont typeface="Arial"/>
              <a:buNone/>
            </a:pPr>
            <a:r>
              <a:rPr lang="en-US" sz="7399" b="1" i="0" u="none" strike="noStrike" cap="none">
                <a:solidFill>
                  <a:srgbClr val="FFFFFF"/>
                </a:solidFill>
                <a:latin typeface="Public Sans"/>
                <a:ea typeface="Public Sans"/>
                <a:cs typeface="Public Sans"/>
                <a:sym typeface="Public Sans"/>
              </a:rPr>
              <a:t>Herramientas y Tecnologías</a:t>
            </a:r>
            <a:endParaRPr sz="1400" b="0" i="0" u="none" strike="noStrike" cap="none">
              <a:solidFill>
                <a:srgbClr val="000000"/>
              </a:solidFill>
              <a:latin typeface="Arial"/>
              <a:ea typeface="Arial"/>
              <a:cs typeface="Arial"/>
              <a:sym typeface="Arial"/>
            </a:endParaRPr>
          </a:p>
        </p:txBody>
      </p:sp>
      <p:pic>
        <p:nvPicPr>
          <p:cNvPr id="293" name="Google Shape;293;p10" descr="Google Gemini"/>
          <p:cNvPicPr preferRelativeResize="0"/>
          <p:nvPr/>
        </p:nvPicPr>
        <p:blipFill rotWithShape="1">
          <a:blip r:embed="rId13">
            <a:alphaModFix/>
          </a:blip>
          <a:srcRect l="14616" t="24471" r="7499" b="14275"/>
          <a:stretch/>
        </p:blipFill>
        <p:spPr>
          <a:xfrm>
            <a:off x="15055785" y="7946250"/>
            <a:ext cx="3137177" cy="1727803"/>
          </a:xfrm>
          <a:prstGeom prst="rect">
            <a:avLst/>
          </a:prstGeom>
          <a:noFill/>
          <a:ln>
            <a:noFill/>
          </a:ln>
        </p:spPr>
      </p:pic>
      <p:pic>
        <p:nvPicPr>
          <p:cNvPr id="2" name="Imagen 1"/>
          <p:cNvPicPr>
            <a:picLocks noChangeAspect="1"/>
          </p:cNvPicPr>
          <p:nvPr/>
        </p:nvPicPr>
        <p:blipFill>
          <a:blip r:embed="rId14"/>
          <a:stretch>
            <a:fillRect/>
          </a:stretch>
        </p:blipFill>
        <p:spPr>
          <a:xfrm>
            <a:off x="12864663" y="3940699"/>
            <a:ext cx="2617600" cy="2617600"/>
          </a:xfrm>
          <a:prstGeom prst="rect">
            <a:avLst/>
          </a:prstGeom>
        </p:spPr>
      </p:pic>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19" b="-9217"/>
            </a:stretch>
          </a:blipFill>
          <a:ln>
            <a:noFill/>
          </a:ln>
        </p:spPr>
      </p:sp>
      <p:sp>
        <p:nvSpPr>
          <p:cNvPr id="299" name="Google Shape;299;p11"/>
          <p:cNvSpPr/>
          <p:nvPr/>
        </p:nvSpPr>
        <p:spPr>
          <a:xfrm flipH="1">
            <a:off x="13077592" y="1028700"/>
            <a:ext cx="6690329" cy="1321340"/>
          </a:xfrm>
          <a:custGeom>
            <a:avLst/>
            <a:gdLst/>
            <a:ahLst/>
            <a:cxnLst/>
            <a:rect l="l" t="t" r="r" b="b"/>
            <a:pathLst>
              <a:path w="6690329" h="1321340" extrusionOk="0">
                <a:moveTo>
                  <a:pt x="6690329" y="0"/>
                </a:moveTo>
                <a:lnTo>
                  <a:pt x="0" y="0"/>
                </a:lnTo>
                <a:lnTo>
                  <a:pt x="0" y="1321340"/>
                </a:lnTo>
                <a:lnTo>
                  <a:pt x="6690329" y="1321340"/>
                </a:lnTo>
                <a:lnTo>
                  <a:pt x="6690329" y="0"/>
                </a:lnTo>
                <a:close/>
              </a:path>
            </a:pathLst>
          </a:custGeom>
          <a:blipFill rotWithShape="1">
            <a:blip r:embed="rId4">
              <a:alphaModFix/>
            </a:blip>
            <a:stretch>
              <a:fillRect/>
            </a:stretch>
          </a:blipFill>
          <a:ln>
            <a:noFill/>
          </a:ln>
        </p:spPr>
      </p:sp>
      <p:sp>
        <p:nvSpPr>
          <p:cNvPr id="300" name="Google Shape;300;p11"/>
          <p:cNvSpPr/>
          <p:nvPr/>
        </p:nvSpPr>
        <p:spPr>
          <a:xfrm rot="2700000">
            <a:off x="-1003068" y="5792767"/>
            <a:ext cx="9571075" cy="8163329"/>
          </a:xfrm>
          <a:custGeom>
            <a:avLst/>
            <a:gdLst/>
            <a:ahLst/>
            <a:cxnLst/>
            <a:rect l="l" t="t" r="r" b="b"/>
            <a:pathLst>
              <a:path w="9571075" h="8163329" extrusionOk="0">
                <a:moveTo>
                  <a:pt x="0" y="0"/>
                </a:moveTo>
                <a:lnTo>
                  <a:pt x="9571075" y="0"/>
                </a:lnTo>
                <a:lnTo>
                  <a:pt x="9571075" y="8163329"/>
                </a:lnTo>
                <a:lnTo>
                  <a:pt x="0" y="8163329"/>
                </a:lnTo>
                <a:lnTo>
                  <a:pt x="0" y="0"/>
                </a:lnTo>
                <a:close/>
              </a:path>
            </a:pathLst>
          </a:custGeom>
          <a:blipFill rotWithShape="1">
            <a:blip r:embed="rId5">
              <a:alphaModFix amt="70000"/>
            </a:blip>
            <a:stretch>
              <a:fillRect/>
            </a:stretch>
          </a:blipFill>
          <a:ln>
            <a:noFill/>
          </a:ln>
        </p:spPr>
      </p:sp>
      <p:sp>
        <p:nvSpPr>
          <p:cNvPr id="301" name="Google Shape;301;p11"/>
          <p:cNvSpPr txBox="1"/>
          <p:nvPr/>
        </p:nvSpPr>
        <p:spPr>
          <a:xfrm>
            <a:off x="9144000" y="3253952"/>
            <a:ext cx="7754698" cy="1146842"/>
          </a:xfrm>
          <a:prstGeom prst="rect">
            <a:avLst/>
          </a:prstGeom>
          <a:noFill/>
          <a:ln>
            <a:noFill/>
          </a:ln>
        </p:spPr>
        <p:txBody>
          <a:bodyPr spcFirstLastPara="1" wrap="square" lIns="0" tIns="0" rIns="0" bIns="0" anchor="t" anchorCtr="0">
            <a:spAutoFit/>
          </a:bodyPr>
          <a:lstStyle/>
          <a:p>
            <a:pPr marL="648204" marR="0" lvl="1" indent="-324102" algn="just" rtl="0">
              <a:lnSpc>
                <a:spcPct val="153997"/>
              </a:lnSpc>
              <a:spcBef>
                <a:spcPts val="0"/>
              </a:spcBef>
              <a:spcAft>
                <a:spcPts val="0"/>
              </a:spcAft>
              <a:buClr>
                <a:srgbClr val="FFFFFF"/>
              </a:buClr>
              <a:buSzPts val="3002"/>
              <a:buFont typeface="Arial"/>
              <a:buChar char="•"/>
            </a:pPr>
            <a:r>
              <a:rPr lang="en-US" sz="3002" b="0" i="0" u="none" strike="noStrike" cap="none">
                <a:solidFill>
                  <a:srgbClr val="FFFFFF"/>
                </a:solidFill>
                <a:latin typeface="Public Sans"/>
                <a:ea typeface="Public Sans"/>
                <a:cs typeface="Public Sans"/>
                <a:sym typeface="Public Sans"/>
              </a:rPr>
              <a:t>Incrementa la interacción en tiempo real con los espectadores.</a:t>
            </a:r>
            <a:endParaRPr sz="1400" b="0" i="0" u="none" strike="noStrike" cap="none">
              <a:solidFill>
                <a:srgbClr val="000000"/>
              </a:solidFill>
              <a:latin typeface="Arial"/>
              <a:ea typeface="Arial"/>
              <a:cs typeface="Arial"/>
              <a:sym typeface="Arial"/>
            </a:endParaRPr>
          </a:p>
        </p:txBody>
      </p:sp>
      <p:sp>
        <p:nvSpPr>
          <p:cNvPr id="302" name="Google Shape;302;p11"/>
          <p:cNvSpPr txBox="1"/>
          <p:nvPr/>
        </p:nvSpPr>
        <p:spPr>
          <a:xfrm>
            <a:off x="9144000" y="4838943"/>
            <a:ext cx="8913613" cy="1146842"/>
          </a:xfrm>
          <a:prstGeom prst="rect">
            <a:avLst/>
          </a:prstGeom>
          <a:noFill/>
          <a:ln>
            <a:noFill/>
          </a:ln>
        </p:spPr>
        <p:txBody>
          <a:bodyPr spcFirstLastPara="1" wrap="square" lIns="0" tIns="0" rIns="0" bIns="0" anchor="t" anchorCtr="0">
            <a:spAutoFit/>
          </a:bodyPr>
          <a:lstStyle/>
          <a:p>
            <a:pPr marL="648204" marR="0" lvl="1" indent="-324102" algn="just" rtl="0">
              <a:lnSpc>
                <a:spcPct val="153997"/>
              </a:lnSpc>
              <a:spcBef>
                <a:spcPts val="0"/>
              </a:spcBef>
              <a:spcAft>
                <a:spcPts val="0"/>
              </a:spcAft>
              <a:buClr>
                <a:srgbClr val="FFFFFF"/>
              </a:buClr>
              <a:buSzPts val="3002"/>
              <a:buFont typeface="Arial"/>
              <a:buChar char="•"/>
            </a:pPr>
            <a:r>
              <a:rPr lang="en-US" sz="3002" b="0" i="0" u="none" strike="noStrike" cap="none">
                <a:solidFill>
                  <a:srgbClr val="FFFFFF"/>
                </a:solidFill>
                <a:latin typeface="Public Sans"/>
                <a:ea typeface="Public Sans"/>
                <a:cs typeface="Public Sans"/>
                <a:sym typeface="Public Sans"/>
              </a:rPr>
              <a:t>Facilita la accesibilidad a streamers que no pueden leer constantemente el chat.</a:t>
            </a:r>
            <a:endParaRPr sz="1400" b="0" i="0" u="none" strike="noStrike" cap="none">
              <a:solidFill>
                <a:srgbClr val="000000"/>
              </a:solidFill>
              <a:latin typeface="Arial"/>
              <a:ea typeface="Arial"/>
              <a:cs typeface="Arial"/>
              <a:sym typeface="Arial"/>
            </a:endParaRPr>
          </a:p>
        </p:txBody>
      </p:sp>
      <p:sp>
        <p:nvSpPr>
          <p:cNvPr id="303" name="Google Shape;303;p11"/>
          <p:cNvSpPr txBox="1"/>
          <p:nvPr/>
        </p:nvSpPr>
        <p:spPr>
          <a:xfrm>
            <a:off x="9144000" y="6423935"/>
            <a:ext cx="6895278" cy="1146842"/>
          </a:xfrm>
          <a:prstGeom prst="rect">
            <a:avLst/>
          </a:prstGeom>
          <a:noFill/>
          <a:ln>
            <a:noFill/>
          </a:ln>
        </p:spPr>
        <p:txBody>
          <a:bodyPr spcFirstLastPara="1" wrap="square" lIns="0" tIns="0" rIns="0" bIns="0" anchor="t" anchorCtr="0">
            <a:spAutoFit/>
          </a:bodyPr>
          <a:lstStyle/>
          <a:p>
            <a:pPr marL="648204" marR="0" lvl="1" indent="-324102" algn="l" rtl="0">
              <a:lnSpc>
                <a:spcPct val="153997"/>
              </a:lnSpc>
              <a:spcBef>
                <a:spcPts val="0"/>
              </a:spcBef>
              <a:spcAft>
                <a:spcPts val="0"/>
              </a:spcAft>
              <a:buClr>
                <a:srgbClr val="FFFFFF"/>
              </a:buClr>
              <a:buSzPts val="3002"/>
              <a:buFont typeface="Arial"/>
              <a:buChar char="•"/>
            </a:pPr>
            <a:r>
              <a:rPr lang="en-US" sz="3002" b="0" i="0" u="none" strike="noStrike" cap="none">
                <a:solidFill>
                  <a:srgbClr val="FFFFFF"/>
                </a:solidFill>
                <a:latin typeface="Public Sans"/>
                <a:ea typeface="Public Sans"/>
                <a:cs typeface="Public Sans"/>
                <a:sym typeface="Public Sans"/>
              </a:rPr>
              <a:t>Aporta dinamismo y mayor inmersión al streaming.</a:t>
            </a:r>
            <a:endParaRPr sz="1400" b="0" i="0" u="none" strike="noStrike" cap="none">
              <a:solidFill>
                <a:srgbClr val="000000"/>
              </a:solidFill>
              <a:latin typeface="Arial"/>
              <a:ea typeface="Arial"/>
              <a:cs typeface="Arial"/>
              <a:sym typeface="Arial"/>
            </a:endParaRPr>
          </a:p>
        </p:txBody>
      </p:sp>
      <p:sp>
        <p:nvSpPr>
          <p:cNvPr id="304" name="Google Shape;304;p11"/>
          <p:cNvSpPr txBox="1"/>
          <p:nvPr/>
        </p:nvSpPr>
        <p:spPr>
          <a:xfrm>
            <a:off x="9144000" y="8146498"/>
            <a:ext cx="8575054" cy="1727933"/>
          </a:xfrm>
          <a:prstGeom prst="rect">
            <a:avLst/>
          </a:prstGeom>
          <a:noFill/>
          <a:ln>
            <a:noFill/>
          </a:ln>
        </p:spPr>
        <p:txBody>
          <a:bodyPr spcFirstLastPara="1" wrap="square" lIns="0" tIns="0" rIns="0" bIns="0" anchor="t" anchorCtr="0">
            <a:spAutoFit/>
          </a:bodyPr>
          <a:lstStyle/>
          <a:p>
            <a:pPr marL="648204" marR="0" lvl="1" indent="-324102" algn="just" rtl="0">
              <a:lnSpc>
                <a:spcPct val="153997"/>
              </a:lnSpc>
              <a:spcBef>
                <a:spcPts val="0"/>
              </a:spcBef>
              <a:spcAft>
                <a:spcPts val="0"/>
              </a:spcAft>
              <a:buClr>
                <a:srgbClr val="FFFFFF"/>
              </a:buClr>
              <a:buSzPts val="3002"/>
              <a:buFont typeface="Arial"/>
              <a:buChar char="•"/>
            </a:pPr>
            <a:r>
              <a:rPr lang="en-US" sz="3002" b="0" i="0" u="none" strike="noStrike" cap="none" dirty="0" err="1">
                <a:solidFill>
                  <a:srgbClr val="FFFFFF"/>
                </a:solidFill>
                <a:latin typeface="Public Sans"/>
                <a:ea typeface="Public Sans"/>
                <a:cs typeface="Public Sans"/>
                <a:sym typeface="Public Sans"/>
              </a:rPr>
              <a:t>Abre</a:t>
            </a:r>
            <a:r>
              <a:rPr lang="en-US" sz="3002" b="0" i="0" u="none" strike="noStrike" cap="none" dirty="0">
                <a:solidFill>
                  <a:srgbClr val="FFFFFF"/>
                </a:solidFill>
                <a:latin typeface="Public Sans"/>
                <a:ea typeface="Public Sans"/>
                <a:cs typeface="Public Sans"/>
                <a:sym typeface="Public Sans"/>
              </a:rPr>
              <a:t> </a:t>
            </a:r>
            <a:r>
              <a:rPr lang="en-US" sz="3002" b="0" i="0" u="none" strike="noStrike" cap="none" dirty="0" err="1">
                <a:solidFill>
                  <a:srgbClr val="FFFFFF"/>
                </a:solidFill>
                <a:latin typeface="Public Sans"/>
                <a:ea typeface="Public Sans"/>
                <a:cs typeface="Public Sans"/>
                <a:sym typeface="Public Sans"/>
              </a:rPr>
              <a:t>posibilidades</a:t>
            </a:r>
            <a:r>
              <a:rPr lang="en-US" sz="3002" b="0" i="0" u="none" strike="noStrike" cap="none" dirty="0">
                <a:solidFill>
                  <a:srgbClr val="FFFFFF"/>
                </a:solidFill>
                <a:latin typeface="Public Sans"/>
                <a:ea typeface="Public Sans"/>
                <a:cs typeface="Public Sans"/>
                <a:sym typeface="Public Sans"/>
              </a:rPr>
              <a:t> de </a:t>
            </a:r>
            <a:r>
              <a:rPr lang="en-US" sz="3002" b="0" i="0" u="none" strike="noStrike" cap="none" dirty="0" err="1">
                <a:solidFill>
                  <a:srgbClr val="FFFFFF"/>
                </a:solidFill>
                <a:latin typeface="Public Sans"/>
                <a:ea typeface="Public Sans"/>
                <a:cs typeface="Public Sans"/>
                <a:sym typeface="Public Sans"/>
              </a:rPr>
              <a:t>expansión</a:t>
            </a:r>
            <a:r>
              <a:rPr lang="en-US" sz="3002" b="0" i="0" u="none" strike="noStrike" cap="none" dirty="0">
                <a:solidFill>
                  <a:srgbClr val="FFFFFF"/>
                </a:solidFill>
                <a:latin typeface="Public Sans"/>
                <a:ea typeface="Public Sans"/>
                <a:cs typeface="Public Sans"/>
                <a:sym typeface="Public Sans"/>
              </a:rPr>
              <a:t> </a:t>
            </a:r>
            <a:r>
              <a:rPr lang="en-US" sz="3002" b="0" i="0" u="none" strike="noStrike" cap="none" dirty="0" err="1">
                <a:solidFill>
                  <a:srgbClr val="FFFFFF"/>
                </a:solidFill>
                <a:latin typeface="Public Sans"/>
                <a:ea typeface="Public Sans"/>
                <a:cs typeface="Public Sans"/>
                <a:sym typeface="Public Sans"/>
              </a:rPr>
              <a:t>hacia</a:t>
            </a:r>
            <a:r>
              <a:rPr lang="en-US" sz="3002" b="0" i="0" u="none" strike="noStrike" cap="none" dirty="0">
                <a:solidFill>
                  <a:srgbClr val="FFFFFF"/>
                </a:solidFill>
                <a:latin typeface="Public Sans"/>
                <a:ea typeface="Public Sans"/>
                <a:cs typeface="Public Sans"/>
                <a:sym typeface="Public Sans"/>
              </a:rPr>
              <a:t> </a:t>
            </a:r>
            <a:r>
              <a:rPr lang="en-US" sz="3002" b="0" i="0" u="none" strike="noStrike" cap="none" dirty="0" err="1">
                <a:solidFill>
                  <a:srgbClr val="FFFFFF"/>
                </a:solidFill>
                <a:latin typeface="Public Sans"/>
                <a:ea typeface="Public Sans"/>
                <a:cs typeface="Public Sans"/>
                <a:sym typeface="Public Sans"/>
              </a:rPr>
              <a:t>nuevas</a:t>
            </a:r>
            <a:r>
              <a:rPr lang="en-US" sz="3002" b="0" i="0" u="none" strike="noStrike" cap="none" dirty="0">
                <a:solidFill>
                  <a:srgbClr val="FFFFFF"/>
                </a:solidFill>
                <a:latin typeface="Public Sans"/>
                <a:ea typeface="Public Sans"/>
                <a:cs typeface="Public Sans"/>
                <a:sym typeface="Public Sans"/>
              </a:rPr>
              <a:t> plataformas y </a:t>
            </a:r>
            <a:r>
              <a:rPr lang="en-US" sz="3002" b="0" i="0" u="none" strike="noStrike" cap="none" dirty="0" err="1">
                <a:solidFill>
                  <a:srgbClr val="FFFFFF"/>
                </a:solidFill>
                <a:latin typeface="Public Sans"/>
                <a:ea typeface="Public Sans"/>
                <a:cs typeface="Public Sans"/>
                <a:sym typeface="Public Sans"/>
              </a:rPr>
              <a:t>funcionalidades</a:t>
            </a:r>
            <a:r>
              <a:rPr lang="en-US" sz="3002" b="0" i="0" u="none" strike="noStrike" cap="none" dirty="0">
                <a:solidFill>
                  <a:srgbClr val="FFFFFF"/>
                </a:solidFill>
                <a:latin typeface="Public Sans"/>
                <a:ea typeface="Public Sans"/>
                <a:cs typeface="Public Sans"/>
                <a:sym typeface="Public Sans"/>
              </a:rPr>
              <a:t>.</a:t>
            </a:r>
            <a:endParaRPr sz="1400" b="0" i="0" u="none" strike="noStrike" cap="none" dirty="0">
              <a:solidFill>
                <a:srgbClr val="000000"/>
              </a:solidFill>
              <a:latin typeface="Arial"/>
              <a:ea typeface="Arial"/>
              <a:cs typeface="Arial"/>
              <a:sym typeface="Arial"/>
            </a:endParaRPr>
          </a:p>
          <a:p>
            <a:pPr marL="0" marR="0" lvl="0" indent="0" algn="just" rtl="0">
              <a:lnSpc>
                <a:spcPct val="153997"/>
              </a:lnSpc>
              <a:spcBef>
                <a:spcPts val="0"/>
              </a:spcBef>
              <a:spcAft>
                <a:spcPts val="0"/>
              </a:spcAft>
              <a:buClr>
                <a:srgbClr val="000000"/>
              </a:buClr>
              <a:buSzPts val="3002"/>
              <a:buFont typeface="Arial"/>
              <a:buNone/>
            </a:pPr>
            <a:endParaRPr sz="3002" b="0" i="0" u="none" strike="noStrike" cap="none" dirty="0">
              <a:solidFill>
                <a:srgbClr val="FFFFFF"/>
              </a:solidFill>
              <a:latin typeface="Public Sans"/>
              <a:ea typeface="Public Sans"/>
              <a:cs typeface="Public Sans"/>
              <a:sym typeface="Public Sans"/>
            </a:endParaRPr>
          </a:p>
        </p:txBody>
      </p:sp>
      <p:sp>
        <p:nvSpPr>
          <p:cNvPr id="305" name="Google Shape;305;p11"/>
          <p:cNvSpPr txBox="1"/>
          <p:nvPr/>
        </p:nvSpPr>
        <p:spPr>
          <a:xfrm>
            <a:off x="1028700" y="828675"/>
            <a:ext cx="8856368" cy="3489458"/>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Clr>
                <a:srgbClr val="000000"/>
              </a:buClr>
              <a:buSzPts val="9999"/>
              <a:buFont typeface="Arial"/>
              <a:buNone/>
            </a:pPr>
            <a:r>
              <a:rPr lang="en-US" sz="9999" b="1" i="0" u="none" strike="noStrike" cap="none">
                <a:solidFill>
                  <a:srgbClr val="FFFFFF"/>
                </a:solidFill>
                <a:latin typeface="Public Sans"/>
                <a:ea typeface="Public Sans"/>
                <a:cs typeface="Public Sans"/>
                <a:sym typeface="Public Sans"/>
              </a:rPr>
              <a:t>Beneficios del Proyecto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12"/>
          <p:cNvSpPr/>
          <p:nvPr/>
        </p:nvSpPr>
        <p:spPr>
          <a:xfrm>
            <a:off x="0" y="9694859"/>
            <a:ext cx="18297525" cy="607603"/>
          </a:xfrm>
          <a:custGeom>
            <a:avLst/>
            <a:gdLst/>
            <a:ahLst/>
            <a:cxnLst/>
            <a:rect l="l" t="t" r="r" b="b"/>
            <a:pathLst>
              <a:path w="18297525" h="607603" extrusionOk="0">
                <a:moveTo>
                  <a:pt x="0" y="0"/>
                </a:moveTo>
                <a:lnTo>
                  <a:pt x="18297525" y="0"/>
                </a:lnTo>
                <a:lnTo>
                  <a:pt x="18297525" y="607604"/>
                </a:lnTo>
                <a:lnTo>
                  <a:pt x="0" y="607604"/>
                </a:lnTo>
                <a:lnTo>
                  <a:pt x="0" y="0"/>
                </a:lnTo>
                <a:close/>
              </a:path>
            </a:pathLst>
          </a:custGeom>
          <a:blipFill rotWithShape="1">
            <a:blip r:embed="rId3">
              <a:alphaModFix/>
            </a:blip>
            <a:stretch>
              <a:fillRect t="-24022" b="-1881193"/>
            </a:stretch>
          </a:blipFill>
          <a:ln>
            <a:noFill/>
          </a:ln>
        </p:spPr>
      </p:sp>
      <p:cxnSp>
        <p:nvCxnSpPr>
          <p:cNvPr id="311" name="Google Shape;311;p12"/>
          <p:cNvCxnSpPr/>
          <p:nvPr/>
        </p:nvCxnSpPr>
        <p:spPr>
          <a:xfrm>
            <a:off x="7384471" y="1575334"/>
            <a:ext cx="6225810" cy="0"/>
          </a:xfrm>
          <a:prstGeom prst="straightConnector1">
            <a:avLst/>
          </a:prstGeom>
          <a:noFill/>
          <a:ln w="38100" cap="flat" cmpd="sng">
            <a:solidFill>
              <a:srgbClr val="311581"/>
            </a:solidFill>
            <a:prstDash val="solid"/>
            <a:round/>
            <a:headEnd type="oval" w="lg" len="lg"/>
            <a:tailEnd type="oval" w="lg" len="lg"/>
          </a:ln>
        </p:spPr>
      </p:cxnSp>
      <p:grpSp>
        <p:nvGrpSpPr>
          <p:cNvPr id="312" name="Google Shape;312;p12"/>
          <p:cNvGrpSpPr/>
          <p:nvPr/>
        </p:nvGrpSpPr>
        <p:grpSpPr>
          <a:xfrm>
            <a:off x="28567" y="81009"/>
            <a:ext cx="18640756" cy="4974187"/>
            <a:chOff x="0" y="0"/>
            <a:chExt cx="24854342" cy="6632250"/>
          </a:xfrm>
        </p:grpSpPr>
        <p:sp>
          <p:nvSpPr>
            <p:cNvPr id="313" name="Google Shape;313;p12"/>
            <p:cNvSpPr/>
            <p:nvPr/>
          </p:nvSpPr>
          <p:spPr>
            <a:xfrm>
              <a:off x="223238" y="0"/>
              <a:ext cx="24631104" cy="810138"/>
            </a:xfrm>
            <a:custGeom>
              <a:avLst/>
              <a:gdLst/>
              <a:ahLst/>
              <a:cxnLst/>
              <a:rect l="l" t="t" r="r" b="b"/>
              <a:pathLst>
                <a:path w="24631104" h="810138" extrusionOk="0">
                  <a:moveTo>
                    <a:pt x="0" y="0"/>
                  </a:moveTo>
                  <a:lnTo>
                    <a:pt x="24631104" y="0"/>
                  </a:lnTo>
                  <a:lnTo>
                    <a:pt x="24631104" y="810138"/>
                  </a:lnTo>
                  <a:lnTo>
                    <a:pt x="0" y="810138"/>
                  </a:lnTo>
                  <a:lnTo>
                    <a:pt x="0" y="0"/>
                  </a:lnTo>
                  <a:close/>
                </a:path>
              </a:pathLst>
            </a:custGeom>
            <a:blipFill rotWithShape="1">
              <a:blip r:embed="rId3">
                <a:alphaModFix/>
              </a:blip>
              <a:stretch>
                <a:fillRect t="-24746" b="-1900364"/>
              </a:stretch>
            </a:blipFill>
            <a:ln>
              <a:noFill/>
            </a:ln>
          </p:spPr>
        </p:sp>
        <p:sp>
          <p:nvSpPr>
            <p:cNvPr id="314" name="Google Shape;314;p12"/>
            <p:cNvSpPr/>
            <p:nvPr/>
          </p:nvSpPr>
          <p:spPr>
            <a:xfrm>
              <a:off x="0" y="0"/>
              <a:ext cx="8701391" cy="6632250"/>
            </a:xfrm>
            <a:custGeom>
              <a:avLst/>
              <a:gdLst/>
              <a:ahLst/>
              <a:cxnLst/>
              <a:rect l="l" t="t" r="r" b="b"/>
              <a:pathLst>
                <a:path w="6201100" h="4726514" extrusionOk="0">
                  <a:moveTo>
                    <a:pt x="6201100" y="0"/>
                  </a:moveTo>
                  <a:lnTo>
                    <a:pt x="3864960" y="4470984"/>
                  </a:lnTo>
                  <a:cubicBezTo>
                    <a:pt x="3786641" y="4628757"/>
                    <a:pt x="3638783" y="4726493"/>
                    <a:pt x="3478388" y="4726514"/>
                  </a:cubicBezTo>
                  <a:lnTo>
                    <a:pt x="0" y="4726514"/>
                  </a:lnTo>
                  <a:lnTo>
                    <a:pt x="0" y="0"/>
                  </a:lnTo>
                  <a:close/>
                </a:path>
              </a:pathLst>
            </a:custGeom>
            <a:blipFill rotWithShape="1">
              <a:blip r:embed="rId4">
                <a:alphaModFix/>
              </a:blip>
              <a:stretch>
                <a:fillRect l="-22587" r="-22584"/>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15" name="Google Shape;315;p12"/>
          <p:cNvGrpSpPr/>
          <p:nvPr/>
        </p:nvGrpSpPr>
        <p:grpSpPr>
          <a:xfrm>
            <a:off x="1203959" y="5269495"/>
            <a:ext cx="621030" cy="621030"/>
            <a:chOff x="0" y="0"/>
            <a:chExt cx="828040" cy="828040"/>
          </a:xfrm>
        </p:grpSpPr>
        <p:grpSp>
          <p:nvGrpSpPr>
            <p:cNvPr id="316" name="Google Shape;316;p12"/>
            <p:cNvGrpSpPr/>
            <p:nvPr/>
          </p:nvGrpSpPr>
          <p:grpSpPr>
            <a:xfrm>
              <a:off x="0" y="0"/>
              <a:ext cx="828040" cy="828040"/>
              <a:chOff x="0" y="0"/>
              <a:chExt cx="812800" cy="812800"/>
            </a:xfrm>
          </p:grpSpPr>
          <p:sp>
            <p:nvSpPr>
              <p:cNvPr id="317" name="Google Shape;317;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cmpd="sng">
                <a:solidFill>
                  <a:srgbClr val="31158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12"/>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19" name="Google Shape;319;p12"/>
            <p:cNvSpPr txBox="1"/>
            <p:nvPr/>
          </p:nvSpPr>
          <p:spPr>
            <a:xfrm>
              <a:off x="230496" y="92461"/>
              <a:ext cx="316248" cy="678479"/>
            </a:xfrm>
            <a:prstGeom prst="rect">
              <a:avLst/>
            </a:prstGeom>
            <a:noFill/>
            <a:ln>
              <a:noFill/>
            </a:ln>
          </p:spPr>
          <p:txBody>
            <a:bodyPr spcFirstLastPara="1" wrap="square" lIns="0" tIns="0" rIns="0" bIns="0" anchor="t" anchorCtr="0">
              <a:spAutoFit/>
            </a:bodyPr>
            <a:lstStyle/>
            <a:p>
              <a:pPr marL="0" marR="0" lvl="0" indent="0" algn="l" rtl="0">
                <a:lnSpc>
                  <a:spcPct val="117049"/>
                </a:lnSpc>
                <a:spcBef>
                  <a:spcPts val="0"/>
                </a:spcBef>
                <a:spcAft>
                  <a:spcPts val="0"/>
                </a:spcAft>
                <a:buClr>
                  <a:srgbClr val="000000"/>
                </a:buClr>
                <a:buSzPts val="3443"/>
                <a:buFont typeface="Arial"/>
                <a:buNone/>
              </a:pPr>
              <a:r>
                <a:rPr lang="en-US" sz="3443" b="1" i="0" u="none" strike="noStrike" cap="none">
                  <a:solidFill>
                    <a:srgbClr val="311581"/>
                  </a:solidFill>
                  <a:latin typeface="Nunito"/>
                  <a:ea typeface="Nunito"/>
                  <a:cs typeface="Nunito"/>
                  <a:sym typeface="Nunito"/>
                </a:rPr>
                <a:t>1</a:t>
              </a:r>
              <a:endParaRPr sz="1400" b="0" i="0" u="none" strike="noStrike" cap="none">
                <a:solidFill>
                  <a:srgbClr val="000000"/>
                </a:solidFill>
                <a:latin typeface="Arial"/>
                <a:ea typeface="Arial"/>
                <a:cs typeface="Arial"/>
                <a:sym typeface="Arial"/>
              </a:endParaRPr>
            </a:p>
          </p:txBody>
        </p:sp>
      </p:grpSp>
      <p:grpSp>
        <p:nvGrpSpPr>
          <p:cNvPr id="320" name="Google Shape;320;p12"/>
          <p:cNvGrpSpPr/>
          <p:nvPr/>
        </p:nvGrpSpPr>
        <p:grpSpPr>
          <a:xfrm>
            <a:off x="7565388" y="5236171"/>
            <a:ext cx="621030" cy="621030"/>
            <a:chOff x="0" y="0"/>
            <a:chExt cx="828040" cy="828040"/>
          </a:xfrm>
        </p:grpSpPr>
        <p:grpSp>
          <p:nvGrpSpPr>
            <p:cNvPr id="321" name="Google Shape;321;p12"/>
            <p:cNvGrpSpPr/>
            <p:nvPr/>
          </p:nvGrpSpPr>
          <p:grpSpPr>
            <a:xfrm>
              <a:off x="0" y="0"/>
              <a:ext cx="828040" cy="828040"/>
              <a:chOff x="0" y="0"/>
              <a:chExt cx="812800" cy="812800"/>
            </a:xfrm>
          </p:grpSpPr>
          <p:sp>
            <p:nvSpPr>
              <p:cNvPr id="322" name="Google Shape;322;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cmpd="sng">
                <a:solidFill>
                  <a:srgbClr val="31158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12"/>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24" name="Google Shape;324;p12"/>
            <p:cNvSpPr txBox="1"/>
            <p:nvPr/>
          </p:nvSpPr>
          <p:spPr>
            <a:xfrm>
              <a:off x="244058" y="75324"/>
              <a:ext cx="339923" cy="677392"/>
            </a:xfrm>
            <a:prstGeom prst="rect">
              <a:avLst/>
            </a:prstGeom>
            <a:noFill/>
            <a:ln>
              <a:noFill/>
            </a:ln>
          </p:spPr>
          <p:txBody>
            <a:bodyPr spcFirstLastPara="1" wrap="square" lIns="0" tIns="0" rIns="0" bIns="0" anchor="t" anchorCtr="0">
              <a:spAutoFit/>
            </a:bodyPr>
            <a:lstStyle/>
            <a:p>
              <a:pPr marL="0" marR="0" lvl="0" indent="0" algn="l" rtl="0">
                <a:lnSpc>
                  <a:spcPct val="117050"/>
                </a:lnSpc>
                <a:spcBef>
                  <a:spcPts val="0"/>
                </a:spcBef>
                <a:spcAft>
                  <a:spcPts val="0"/>
                </a:spcAft>
                <a:buClr>
                  <a:srgbClr val="000000"/>
                </a:buClr>
                <a:buSzPts val="3343"/>
                <a:buFont typeface="Arial"/>
                <a:buNone/>
              </a:pPr>
              <a:r>
                <a:rPr lang="en-US" sz="3343" b="1" i="0" u="none" strike="noStrike" cap="none">
                  <a:solidFill>
                    <a:srgbClr val="311581"/>
                  </a:solidFill>
                  <a:latin typeface="Nunito"/>
                  <a:ea typeface="Nunito"/>
                  <a:cs typeface="Nunito"/>
                  <a:sym typeface="Nunito"/>
                </a:rPr>
                <a:t>2</a:t>
              </a:r>
              <a:endParaRPr sz="1400" b="0" i="0" u="none" strike="noStrike" cap="none">
                <a:solidFill>
                  <a:srgbClr val="000000"/>
                </a:solidFill>
                <a:latin typeface="Arial"/>
                <a:ea typeface="Arial"/>
                <a:cs typeface="Arial"/>
                <a:sym typeface="Arial"/>
              </a:endParaRPr>
            </a:p>
          </p:txBody>
        </p:sp>
      </p:grpSp>
      <p:grpSp>
        <p:nvGrpSpPr>
          <p:cNvPr id="325" name="Google Shape;325;p12"/>
          <p:cNvGrpSpPr/>
          <p:nvPr/>
        </p:nvGrpSpPr>
        <p:grpSpPr>
          <a:xfrm>
            <a:off x="13013953" y="5236171"/>
            <a:ext cx="621030" cy="621030"/>
            <a:chOff x="0" y="0"/>
            <a:chExt cx="828040" cy="828040"/>
          </a:xfrm>
        </p:grpSpPr>
        <p:grpSp>
          <p:nvGrpSpPr>
            <p:cNvPr id="326" name="Google Shape;326;p12"/>
            <p:cNvGrpSpPr/>
            <p:nvPr/>
          </p:nvGrpSpPr>
          <p:grpSpPr>
            <a:xfrm>
              <a:off x="0" y="0"/>
              <a:ext cx="828040" cy="828040"/>
              <a:chOff x="0" y="0"/>
              <a:chExt cx="812800" cy="812800"/>
            </a:xfrm>
          </p:grpSpPr>
          <p:sp>
            <p:nvSpPr>
              <p:cNvPr id="327" name="Google Shape;327;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cmpd="sng">
                <a:solidFill>
                  <a:srgbClr val="311581"/>
                </a:solidFill>
                <a:prstDash val="solid"/>
                <a:miter lim="8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12"/>
              <p:cNvSpPr txBox="1"/>
              <p:nvPr/>
            </p:nvSpPr>
            <p:spPr>
              <a:xfrm>
                <a:off x="76200" y="66675"/>
                <a:ext cx="660400" cy="669925"/>
              </a:xfrm>
              <a:prstGeom prst="rect">
                <a:avLst/>
              </a:prstGeom>
              <a:noFill/>
              <a:ln>
                <a:noFill/>
              </a:ln>
            </p:spPr>
            <p:txBody>
              <a:bodyPr spcFirstLastPara="1" wrap="square" lIns="50800" tIns="50800" rIns="50800" bIns="50800" anchor="ctr" anchorCtr="0">
                <a:noAutofit/>
              </a:bodyPr>
              <a:lstStyle/>
              <a:p>
                <a:pPr marL="0" marR="0" lvl="0" indent="0" algn="ctr" rtl="0">
                  <a:lnSpc>
                    <a:spcPct val="13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29" name="Google Shape;329;p12"/>
            <p:cNvSpPr txBox="1"/>
            <p:nvPr/>
          </p:nvSpPr>
          <p:spPr>
            <a:xfrm>
              <a:off x="244058" y="88024"/>
              <a:ext cx="339923" cy="677392"/>
            </a:xfrm>
            <a:prstGeom prst="rect">
              <a:avLst/>
            </a:prstGeom>
            <a:noFill/>
            <a:ln>
              <a:noFill/>
            </a:ln>
          </p:spPr>
          <p:txBody>
            <a:bodyPr spcFirstLastPara="1" wrap="square" lIns="0" tIns="0" rIns="0" bIns="0" anchor="t" anchorCtr="0">
              <a:spAutoFit/>
            </a:bodyPr>
            <a:lstStyle/>
            <a:p>
              <a:pPr marL="0" marR="0" lvl="0" indent="0" algn="l" rtl="0">
                <a:lnSpc>
                  <a:spcPct val="117050"/>
                </a:lnSpc>
                <a:spcBef>
                  <a:spcPts val="0"/>
                </a:spcBef>
                <a:spcAft>
                  <a:spcPts val="0"/>
                </a:spcAft>
                <a:buClr>
                  <a:srgbClr val="000000"/>
                </a:buClr>
                <a:buSzPts val="3343"/>
                <a:buFont typeface="Arial"/>
                <a:buNone/>
              </a:pPr>
              <a:r>
                <a:rPr lang="en-US" sz="3343" b="1" i="0" u="none" strike="noStrike" cap="none">
                  <a:solidFill>
                    <a:srgbClr val="311581"/>
                  </a:solidFill>
                  <a:latin typeface="Nunito"/>
                  <a:ea typeface="Nunito"/>
                  <a:cs typeface="Nunito"/>
                  <a:sym typeface="Nunito"/>
                </a:rPr>
                <a:t>3</a:t>
              </a:r>
              <a:endParaRPr sz="1400" b="0" i="0" u="none" strike="noStrike" cap="none">
                <a:solidFill>
                  <a:srgbClr val="000000"/>
                </a:solidFill>
                <a:latin typeface="Arial"/>
                <a:ea typeface="Arial"/>
                <a:cs typeface="Arial"/>
                <a:sym typeface="Arial"/>
              </a:endParaRPr>
            </a:p>
          </p:txBody>
        </p:sp>
      </p:grpSp>
      <p:cxnSp>
        <p:nvCxnSpPr>
          <p:cNvPr id="330" name="Google Shape;330;p12"/>
          <p:cNvCxnSpPr/>
          <p:nvPr/>
        </p:nvCxnSpPr>
        <p:spPr>
          <a:xfrm>
            <a:off x="7565388" y="6539410"/>
            <a:ext cx="3548066" cy="0"/>
          </a:xfrm>
          <a:prstGeom prst="straightConnector1">
            <a:avLst/>
          </a:prstGeom>
          <a:noFill/>
          <a:ln w="38100" cap="flat" cmpd="sng">
            <a:solidFill>
              <a:srgbClr val="311581"/>
            </a:solidFill>
            <a:prstDash val="solid"/>
            <a:round/>
            <a:headEnd type="oval" w="lg" len="lg"/>
            <a:tailEnd type="oval" w="lg" len="lg"/>
          </a:ln>
        </p:spPr>
      </p:cxnSp>
      <p:cxnSp>
        <p:nvCxnSpPr>
          <p:cNvPr id="331" name="Google Shape;331;p12"/>
          <p:cNvCxnSpPr/>
          <p:nvPr/>
        </p:nvCxnSpPr>
        <p:spPr>
          <a:xfrm>
            <a:off x="1203959" y="6558460"/>
            <a:ext cx="3548066" cy="0"/>
          </a:xfrm>
          <a:prstGeom prst="straightConnector1">
            <a:avLst/>
          </a:prstGeom>
          <a:noFill/>
          <a:ln w="38100" cap="flat" cmpd="sng">
            <a:solidFill>
              <a:srgbClr val="311581"/>
            </a:solidFill>
            <a:prstDash val="solid"/>
            <a:round/>
            <a:headEnd type="oval" w="lg" len="lg"/>
            <a:tailEnd type="oval" w="lg" len="lg"/>
          </a:ln>
        </p:spPr>
      </p:cxnSp>
      <p:cxnSp>
        <p:nvCxnSpPr>
          <p:cNvPr id="332" name="Google Shape;332;p12"/>
          <p:cNvCxnSpPr/>
          <p:nvPr/>
        </p:nvCxnSpPr>
        <p:spPr>
          <a:xfrm>
            <a:off x="13013953" y="6539410"/>
            <a:ext cx="3548066" cy="0"/>
          </a:xfrm>
          <a:prstGeom prst="straightConnector1">
            <a:avLst/>
          </a:prstGeom>
          <a:noFill/>
          <a:ln w="38100" cap="flat" cmpd="sng">
            <a:solidFill>
              <a:srgbClr val="311581"/>
            </a:solidFill>
            <a:prstDash val="solid"/>
            <a:round/>
            <a:headEnd type="oval" w="lg" len="lg"/>
            <a:tailEnd type="oval" w="lg" len="lg"/>
          </a:ln>
        </p:spPr>
      </p:cxnSp>
      <p:sp>
        <p:nvSpPr>
          <p:cNvPr id="333" name="Google Shape;333;p12"/>
          <p:cNvSpPr txBox="1"/>
          <p:nvPr/>
        </p:nvSpPr>
        <p:spPr>
          <a:xfrm>
            <a:off x="13013953" y="6726704"/>
            <a:ext cx="3914251" cy="650664"/>
          </a:xfrm>
          <a:prstGeom prst="rect">
            <a:avLst/>
          </a:prstGeom>
          <a:noFill/>
          <a:ln>
            <a:noFill/>
          </a:ln>
        </p:spPr>
        <p:txBody>
          <a:bodyPr spcFirstLastPara="1" wrap="square" lIns="0" tIns="0" rIns="0" bIns="0" anchor="t" anchorCtr="0">
            <a:spAutoFit/>
          </a:bodyPr>
          <a:lstStyle/>
          <a:p>
            <a:pPr marL="0" marR="0" lvl="0" indent="0" algn="l"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Documentación, pruebas y entrega final.</a:t>
            </a:r>
            <a:endParaRPr sz="1400" b="0" i="0" u="none" strike="noStrike" cap="none">
              <a:solidFill>
                <a:srgbClr val="000000"/>
              </a:solidFill>
              <a:latin typeface="Arial"/>
              <a:ea typeface="Arial"/>
              <a:cs typeface="Arial"/>
              <a:sym typeface="Arial"/>
            </a:endParaRPr>
          </a:p>
        </p:txBody>
      </p:sp>
      <p:sp>
        <p:nvSpPr>
          <p:cNvPr id="334" name="Google Shape;334;p12"/>
          <p:cNvSpPr txBox="1"/>
          <p:nvPr/>
        </p:nvSpPr>
        <p:spPr>
          <a:xfrm>
            <a:off x="7584438" y="6726704"/>
            <a:ext cx="3529016" cy="963750"/>
          </a:xfrm>
          <a:prstGeom prst="rect">
            <a:avLst/>
          </a:prstGeom>
          <a:noFill/>
          <a:ln>
            <a:noFill/>
          </a:ln>
        </p:spPr>
        <p:txBody>
          <a:bodyPr spcFirstLastPara="1" wrap="square" lIns="0" tIns="0" rIns="0" bIns="0" anchor="t" anchorCtr="0">
            <a:spAutoFit/>
          </a:bodyPr>
          <a:lstStyle/>
          <a:p>
            <a:pPr marL="0" marR="0" lvl="0" indent="0" algn="l"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Incorporación de mejoras y funcionalidades adicionales.</a:t>
            </a:r>
            <a:endParaRPr sz="1400" b="0" i="0" u="none" strike="noStrike" cap="none">
              <a:solidFill>
                <a:srgbClr val="000000"/>
              </a:solidFill>
              <a:latin typeface="Arial"/>
              <a:ea typeface="Arial"/>
              <a:cs typeface="Arial"/>
              <a:sym typeface="Arial"/>
            </a:endParaRPr>
          </a:p>
        </p:txBody>
      </p:sp>
      <p:sp>
        <p:nvSpPr>
          <p:cNvPr id="335" name="Google Shape;335;p12"/>
          <p:cNvSpPr txBox="1"/>
          <p:nvPr/>
        </p:nvSpPr>
        <p:spPr>
          <a:xfrm>
            <a:off x="1203959" y="6726704"/>
            <a:ext cx="3964628" cy="645320"/>
          </a:xfrm>
          <a:prstGeom prst="rect">
            <a:avLst/>
          </a:prstGeom>
          <a:noFill/>
          <a:ln>
            <a:noFill/>
          </a:ln>
        </p:spPr>
        <p:txBody>
          <a:bodyPr spcFirstLastPara="1" wrap="square" lIns="0" tIns="0" rIns="0" bIns="0" anchor="t" anchorCtr="0">
            <a:spAutoFit/>
          </a:bodyPr>
          <a:lstStyle/>
          <a:p>
            <a:pPr marL="0" marR="0" lvl="0" indent="0" algn="l" rtl="0">
              <a:lnSpc>
                <a:spcPct val="117027"/>
              </a:lnSpc>
              <a:spcBef>
                <a:spcPts val="0"/>
              </a:spcBef>
              <a:spcAft>
                <a:spcPts val="0"/>
              </a:spcAft>
              <a:buClr>
                <a:srgbClr val="000000"/>
              </a:buClr>
              <a:buSzPts val="2220"/>
              <a:buFont typeface="Arial"/>
              <a:buNone/>
            </a:pPr>
            <a:r>
              <a:rPr lang="en-US" sz="2220" b="1" i="0" u="none" strike="noStrike" cap="none">
                <a:solidFill>
                  <a:srgbClr val="311581"/>
                </a:solidFill>
                <a:latin typeface="Public Sans"/>
                <a:ea typeface="Public Sans"/>
                <a:cs typeface="Public Sans"/>
                <a:sym typeface="Public Sans"/>
              </a:rPr>
              <a:t>Desarrollo del producto mínimo viable.</a:t>
            </a:r>
            <a:endParaRPr sz="1400" b="0" i="0" u="none" strike="noStrike" cap="none">
              <a:solidFill>
                <a:srgbClr val="000000"/>
              </a:solidFill>
              <a:latin typeface="Arial"/>
              <a:ea typeface="Arial"/>
              <a:cs typeface="Arial"/>
              <a:sym typeface="Arial"/>
            </a:endParaRPr>
          </a:p>
        </p:txBody>
      </p:sp>
      <p:sp>
        <p:nvSpPr>
          <p:cNvPr id="336" name="Google Shape;336;p12"/>
          <p:cNvSpPr txBox="1"/>
          <p:nvPr/>
        </p:nvSpPr>
        <p:spPr>
          <a:xfrm>
            <a:off x="1203959" y="6034315"/>
            <a:ext cx="3548066" cy="400320"/>
          </a:xfrm>
          <a:prstGeom prst="rect">
            <a:avLst/>
          </a:prstGeom>
          <a:noFill/>
          <a:ln>
            <a:noFill/>
          </a:ln>
        </p:spPr>
        <p:txBody>
          <a:bodyPr spcFirstLastPara="1" wrap="square" lIns="0" tIns="0" rIns="0" bIns="0" anchor="t" anchorCtr="0">
            <a:spAutoFit/>
          </a:bodyPr>
          <a:lstStyle/>
          <a:p>
            <a:pPr marL="0" marR="0" lvl="0" indent="0" algn="l" rtl="0">
              <a:lnSpc>
                <a:spcPct val="117003"/>
              </a:lnSpc>
              <a:spcBef>
                <a:spcPts val="0"/>
              </a:spcBef>
              <a:spcAft>
                <a:spcPts val="0"/>
              </a:spcAft>
              <a:buClr>
                <a:srgbClr val="000000"/>
              </a:buClr>
              <a:buSzPts val="2570"/>
              <a:buFont typeface="Arial"/>
              <a:buNone/>
            </a:pPr>
            <a:r>
              <a:rPr lang="en-US" sz="2570" b="1" i="0" u="none" strike="noStrike" cap="none">
                <a:solidFill>
                  <a:srgbClr val="311581"/>
                </a:solidFill>
                <a:latin typeface="Public Sans"/>
                <a:ea typeface="Public Sans"/>
                <a:cs typeface="Public Sans"/>
                <a:sym typeface="Public Sans"/>
              </a:rPr>
              <a:t>ETAPA 1</a:t>
            </a:r>
            <a:endParaRPr sz="1400" b="0" i="0" u="none" strike="noStrike" cap="none">
              <a:solidFill>
                <a:srgbClr val="000000"/>
              </a:solidFill>
              <a:latin typeface="Arial"/>
              <a:ea typeface="Arial"/>
              <a:cs typeface="Arial"/>
              <a:sym typeface="Arial"/>
            </a:endParaRPr>
          </a:p>
        </p:txBody>
      </p:sp>
      <p:sp>
        <p:nvSpPr>
          <p:cNvPr id="337" name="Google Shape;337;p12"/>
          <p:cNvSpPr txBox="1"/>
          <p:nvPr/>
        </p:nvSpPr>
        <p:spPr>
          <a:xfrm>
            <a:off x="7584438" y="6033400"/>
            <a:ext cx="3529016" cy="401263"/>
          </a:xfrm>
          <a:prstGeom prst="rect">
            <a:avLst/>
          </a:prstGeom>
          <a:noFill/>
          <a:ln>
            <a:noFill/>
          </a:ln>
        </p:spPr>
        <p:txBody>
          <a:bodyPr spcFirstLastPara="1" wrap="square" lIns="0" tIns="0" rIns="0" bIns="0" anchor="t" anchorCtr="0">
            <a:spAutoFit/>
          </a:bodyPr>
          <a:lstStyle/>
          <a:p>
            <a:pPr marL="0" marR="0" lvl="0" indent="0" algn="l" rtl="0">
              <a:lnSpc>
                <a:spcPct val="117003"/>
              </a:lnSpc>
              <a:spcBef>
                <a:spcPts val="0"/>
              </a:spcBef>
              <a:spcAft>
                <a:spcPts val="0"/>
              </a:spcAft>
              <a:buClr>
                <a:srgbClr val="000000"/>
              </a:buClr>
              <a:buSzPts val="2570"/>
              <a:buFont typeface="Arial"/>
              <a:buNone/>
            </a:pPr>
            <a:r>
              <a:rPr lang="en-US" sz="2570" b="1" i="0" u="none" strike="noStrike" cap="none">
                <a:solidFill>
                  <a:srgbClr val="311581"/>
                </a:solidFill>
                <a:latin typeface="Public Sans"/>
                <a:ea typeface="Public Sans"/>
                <a:cs typeface="Public Sans"/>
                <a:sym typeface="Public Sans"/>
              </a:rPr>
              <a:t>ETAPA 2</a:t>
            </a:r>
            <a:endParaRPr sz="1400" b="0" i="0" u="none" strike="noStrike" cap="none">
              <a:solidFill>
                <a:srgbClr val="000000"/>
              </a:solidFill>
              <a:latin typeface="Arial"/>
              <a:ea typeface="Arial"/>
              <a:cs typeface="Arial"/>
              <a:sym typeface="Arial"/>
            </a:endParaRPr>
          </a:p>
        </p:txBody>
      </p:sp>
      <p:sp>
        <p:nvSpPr>
          <p:cNvPr id="338" name="Google Shape;338;p12"/>
          <p:cNvSpPr txBox="1"/>
          <p:nvPr/>
        </p:nvSpPr>
        <p:spPr>
          <a:xfrm>
            <a:off x="13013953" y="6033400"/>
            <a:ext cx="3548066" cy="401263"/>
          </a:xfrm>
          <a:prstGeom prst="rect">
            <a:avLst/>
          </a:prstGeom>
          <a:noFill/>
          <a:ln>
            <a:noFill/>
          </a:ln>
        </p:spPr>
        <p:txBody>
          <a:bodyPr spcFirstLastPara="1" wrap="square" lIns="0" tIns="0" rIns="0" bIns="0" anchor="t" anchorCtr="0">
            <a:spAutoFit/>
          </a:bodyPr>
          <a:lstStyle/>
          <a:p>
            <a:pPr marL="0" marR="0" lvl="0" indent="0" algn="l" rtl="0">
              <a:lnSpc>
                <a:spcPct val="117003"/>
              </a:lnSpc>
              <a:spcBef>
                <a:spcPts val="0"/>
              </a:spcBef>
              <a:spcAft>
                <a:spcPts val="0"/>
              </a:spcAft>
              <a:buClr>
                <a:srgbClr val="000000"/>
              </a:buClr>
              <a:buSzPts val="2570"/>
              <a:buFont typeface="Arial"/>
              <a:buNone/>
            </a:pPr>
            <a:r>
              <a:rPr lang="en-US" sz="2570" b="1" i="0" u="none" strike="noStrike" cap="none">
                <a:solidFill>
                  <a:srgbClr val="311581"/>
                </a:solidFill>
                <a:latin typeface="Public Sans"/>
                <a:ea typeface="Public Sans"/>
                <a:cs typeface="Public Sans"/>
                <a:sym typeface="Public Sans"/>
              </a:rPr>
              <a:t>ETAPA 3</a:t>
            </a:r>
            <a:endParaRPr sz="1400" b="0" i="0" u="none" strike="noStrike" cap="none">
              <a:solidFill>
                <a:srgbClr val="000000"/>
              </a:solidFill>
              <a:latin typeface="Arial"/>
              <a:ea typeface="Arial"/>
              <a:cs typeface="Arial"/>
              <a:sym typeface="Arial"/>
            </a:endParaRPr>
          </a:p>
        </p:txBody>
      </p:sp>
      <p:sp>
        <p:nvSpPr>
          <p:cNvPr id="339" name="Google Shape;339;p12"/>
          <p:cNvSpPr txBox="1"/>
          <p:nvPr/>
        </p:nvSpPr>
        <p:spPr>
          <a:xfrm>
            <a:off x="7384471" y="2303053"/>
            <a:ext cx="9532046" cy="2113275"/>
          </a:xfrm>
          <a:prstGeom prst="rect">
            <a:avLst/>
          </a:prstGeom>
          <a:noFill/>
          <a:ln>
            <a:noFill/>
          </a:ln>
        </p:spPr>
        <p:txBody>
          <a:bodyPr spcFirstLastPara="1" wrap="square" lIns="0" tIns="0" rIns="0" bIns="0" anchor="t" anchorCtr="0">
            <a:spAutoFit/>
          </a:bodyPr>
          <a:lstStyle/>
          <a:p>
            <a:pPr marL="0" marR="0" lvl="0" indent="0" algn="l" rtl="0">
              <a:lnSpc>
                <a:spcPct val="111001"/>
              </a:lnSpc>
              <a:spcBef>
                <a:spcPts val="0"/>
              </a:spcBef>
              <a:spcAft>
                <a:spcPts val="0"/>
              </a:spcAft>
              <a:buClr>
                <a:srgbClr val="000000"/>
              </a:buClr>
              <a:buSzPts val="7399"/>
              <a:buFont typeface="Arial"/>
              <a:buNone/>
            </a:pPr>
            <a:r>
              <a:rPr lang="en-US" sz="7399" b="1" i="0" u="none" strike="noStrike" cap="none">
                <a:solidFill>
                  <a:srgbClr val="311581"/>
                </a:solidFill>
                <a:latin typeface="Public Sans"/>
                <a:ea typeface="Public Sans"/>
                <a:cs typeface="Public Sans"/>
                <a:sym typeface="Public Sans"/>
              </a:rPr>
              <a:t>Cronograma de Trabajo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2700000">
            <a:off x="-1003068" y="5792767"/>
            <a:ext cx="9571075" cy="8163329"/>
          </a:xfrm>
          <a:custGeom>
            <a:avLst/>
            <a:gdLst/>
            <a:ahLst/>
            <a:cxnLst/>
            <a:rect l="l" t="t" r="r" b="b"/>
            <a:pathLst>
              <a:path w="9571075" h="8163329">
                <a:moveTo>
                  <a:pt x="0" y="0"/>
                </a:moveTo>
                <a:lnTo>
                  <a:pt x="9571075" y="0"/>
                </a:lnTo>
                <a:lnTo>
                  <a:pt x="9571075" y="8163329"/>
                </a:lnTo>
                <a:lnTo>
                  <a:pt x="0" y="8163329"/>
                </a:lnTo>
                <a:lnTo>
                  <a:pt x="0" y="0"/>
                </a:lnTo>
                <a:close/>
              </a:path>
            </a:pathLst>
          </a:custGeom>
          <a:blipFill>
            <a:blip r:embed="rId3">
              <a:alphaModFix amt="19999"/>
              <a:extLst>
                <a:ext uri="{96DAC541-7B7A-43D3-8B79-37D633B846F1}">
                  <asvg:svgBlip xmlns:asvg="http://schemas.microsoft.com/office/drawing/2016/SVG/main" xmlns="" r:embed="rId4"/>
                </a:ext>
              </a:extLst>
            </a:blip>
            <a:stretch>
              <a:fillRect/>
            </a:stretch>
          </a:blipFill>
        </p:spPr>
      </p:sp>
      <p:sp>
        <p:nvSpPr>
          <p:cNvPr id="4" name="Freeform 4"/>
          <p:cNvSpPr/>
          <p:nvPr/>
        </p:nvSpPr>
        <p:spPr>
          <a:xfrm>
            <a:off x="9437446" y="1028700"/>
            <a:ext cx="9711503" cy="9258300"/>
          </a:xfrm>
          <a:custGeom>
            <a:avLst/>
            <a:gdLst/>
            <a:ahLst/>
            <a:cxnLst/>
            <a:rect l="l" t="t" r="r" b="b"/>
            <a:pathLst>
              <a:path w="9711503" h="9258300">
                <a:moveTo>
                  <a:pt x="0" y="0"/>
                </a:moveTo>
                <a:lnTo>
                  <a:pt x="9711503" y="0"/>
                </a:lnTo>
                <a:lnTo>
                  <a:pt x="9711503" y="9258300"/>
                </a:lnTo>
                <a:lnTo>
                  <a:pt x="0" y="9258300"/>
                </a:lnTo>
                <a:lnTo>
                  <a:pt x="0" y="0"/>
                </a:lnTo>
                <a:close/>
              </a:path>
            </a:pathLst>
          </a:custGeom>
          <a:blipFill>
            <a:blip r:embed="rId5"/>
            <a:stretch>
              <a:fillRect/>
            </a:stretch>
          </a:blipFill>
        </p:spPr>
      </p:sp>
      <p:sp>
        <p:nvSpPr>
          <p:cNvPr id="5" name="Freeform 5"/>
          <p:cNvSpPr/>
          <p:nvPr/>
        </p:nvSpPr>
        <p:spPr>
          <a:xfrm flipH="1">
            <a:off x="13077592" y="1028700"/>
            <a:ext cx="6690329" cy="1321340"/>
          </a:xfrm>
          <a:custGeom>
            <a:avLst/>
            <a:gdLst/>
            <a:ahLst/>
            <a:cxnLst/>
            <a:rect l="l" t="t" r="r" b="b"/>
            <a:pathLst>
              <a:path w="6690329" h="1321340">
                <a:moveTo>
                  <a:pt x="6690329" y="0"/>
                </a:moveTo>
                <a:lnTo>
                  <a:pt x="0" y="0"/>
                </a:lnTo>
                <a:lnTo>
                  <a:pt x="0" y="1321340"/>
                </a:lnTo>
                <a:lnTo>
                  <a:pt x="6690329" y="1321340"/>
                </a:lnTo>
                <a:lnTo>
                  <a:pt x="6690329"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AutoShape 6"/>
          <p:cNvSpPr/>
          <p:nvPr/>
        </p:nvSpPr>
        <p:spPr>
          <a:xfrm>
            <a:off x="1028700" y="1556284"/>
            <a:ext cx="6225810" cy="0"/>
          </a:xfrm>
          <a:prstGeom prst="line">
            <a:avLst/>
          </a:prstGeom>
          <a:ln w="38100" cap="flat">
            <a:solidFill>
              <a:srgbClr val="FFFFFF"/>
            </a:solidFill>
            <a:prstDash val="solid"/>
            <a:headEnd type="oval" w="lg" len="lg"/>
            <a:tailEnd type="oval" w="lg" len="lg"/>
          </a:ln>
        </p:spPr>
      </p:sp>
      <p:sp>
        <p:nvSpPr>
          <p:cNvPr id="7" name="TextBox 7"/>
          <p:cNvSpPr txBox="1"/>
          <p:nvPr/>
        </p:nvSpPr>
        <p:spPr>
          <a:xfrm>
            <a:off x="1028700" y="1534529"/>
            <a:ext cx="8230541" cy="3806311"/>
          </a:xfrm>
          <a:prstGeom prst="rect">
            <a:avLst/>
          </a:prstGeom>
        </p:spPr>
        <p:txBody>
          <a:bodyPr lIns="0" tIns="0" rIns="0" bIns="0" rtlCol="0" anchor="t">
            <a:spAutoFit/>
          </a:bodyPr>
          <a:lstStyle/>
          <a:p>
            <a:pPr marL="0" marR="0" lvl="0" indent="0" algn="l" defTabSz="914400" rtl="0" eaLnBrk="1" fontAlgn="auto" latinLnBrk="0" hangingPunct="1">
              <a:lnSpc>
                <a:spcPts val="15418"/>
              </a:lnSpc>
              <a:spcBef>
                <a:spcPts val="0"/>
              </a:spcBef>
              <a:spcAft>
                <a:spcPts val="0"/>
              </a:spcAft>
              <a:buClrTx/>
              <a:buSzTx/>
              <a:buFontTx/>
              <a:buNone/>
              <a:tabLst/>
              <a:defRPr/>
            </a:pPr>
            <a:r>
              <a:rPr kumimoji="0" lang="en-US" sz="10011" b="0" i="0" u="none" strike="noStrike" kern="1200" cap="none" spc="0" normalizeH="0" baseline="0" noProof="0" dirty="0" err="1">
                <a:ln>
                  <a:noFill/>
                </a:ln>
                <a:solidFill>
                  <a:srgbClr val="FFFFFF"/>
                </a:solidFill>
                <a:effectLst/>
                <a:uLnTx/>
                <a:uFillTx/>
                <a:latin typeface="Public Sans"/>
                <a:ea typeface="Public Sans"/>
                <a:cs typeface="Public Sans"/>
                <a:sym typeface="Public Sans"/>
              </a:rPr>
              <a:t>Avances</a:t>
            </a:r>
            <a:r>
              <a:rPr kumimoji="0" lang="en-US" sz="10011" b="0" i="0" u="none" strike="noStrike" kern="1200" cap="none" spc="0" normalizeH="0" baseline="0" noProof="0" dirty="0">
                <a:ln>
                  <a:noFill/>
                </a:ln>
                <a:solidFill>
                  <a:srgbClr val="FFFFFF"/>
                </a:solidFill>
                <a:effectLst/>
                <a:uLnTx/>
                <a:uFillTx/>
                <a:latin typeface="Public Sans"/>
                <a:ea typeface="Public Sans"/>
                <a:cs typeface="Public Sans"/>
                <a:sym typeface="Public Sans"/>
              </a:rPr>
              <a:t> del Proyecto</a:t>
            </a:r>
          </a:p>
        </p:txBody>
      </p:sp>
    </p:spTree>
    <p:extLst>
      <p:ext uri="{BB962C8B-B14F-4D97-AF65-F5344CB8AC3E}">
        <p14:creationId xmlns:p14="http://schemas.microsoft.com/office/powerpoint/2010/main" val="1890537618"/>
      </p:ext>
    </p:extLst>
  </p:cSld>
  <p:clrMapOvr>
    <a:masterClrMapping/>
  </p:clrMapOvr>
  <p:transition>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890182"/>
            <a:ext cx="18297525" cy="412281"/>
          </a:xfrm>
          <a:custGeom>
            <a:avLst/>
            <a:gdLst/>
            <a:ahLst/>
            <a:cxnLst/>
            <a:rect l="l" t="t" r="r" b="b"/>
            <a:pathLst>
              <a:path w="18297525" h="412281">
                <a:moveTo>
                  <a:pt x="0" y="0"/>
                </a:moveTo>
                <a:lnTo>
                  <a:pt x="18297525" y="0"/>
                </a:lnTo>
                <a:lnTo>
                  <a:pt x="18297525" y="412281"/>
                </a:lnTo>
                <a:lnTo>
                  <a:pt x="0" y="412281"/>
                </a:lnTo>
                <a:lnTo>
                  <a:pt x="0" y="0"/>
                </a:lnTo>
                <a:close/>
              </a:path>
            </a:pathLst>
          </a:custGeom>
          <a:blipFill>
            <a:blip r:embed="rId2"/>
            <a:stretch>
              <a:fillRect t="-82844" b="-2774055"/>
            </a:stretch>
          </a:blipFill>
        </p:spPr>
      </p:sp>
      <p:sp>
        <p:nvSpPr>
          <p:cNvPr id="3" name="AutoShape 3"/>
          <p:cNvSpPr/>
          <p:nvPr/>
        </p:nvSpPr>
        <p:spPr>
          <a:xfrm>
            <a:off x="6135576" y="1033843"/>
            <a:ext cx="6225810" cy="0"/>
          </a:xfrm>
          <a:prstGeom prst="line">
            <a:avLst/>
          </a:prstGeom>
          <a:ln w="38100" cap="flat">
            <a:solidFill>
              <a:srgbClr val="311581"/>
            </a:solidFill>
            <a:prstDash val="solid"/>
            <a:headEnd type="oval" w="lg" len="lg"/>
            <a:tailEnd type="oval" w="lg" len="lg"/>
          </a:ln>
        </p:spPr>
      </p:sp>
      <p:grpSp>
        <p:nvGrpSpPr>
          <p:cNvPr id="4" name="Group 4"/>
          <p:cNvGrpSpPr/>
          <p:nvPr/>
        </p:nvGrpSpPr>
        <p:grpSpPr>
          <a:xfrm>
            <a:off x="0" y="-26327"/>
            <a:ext cx="18640756" cy="3567863"/>
            <a:chOff x="0" y="0"/>
            <a:chExt cx="24854342" cy="4757151"/>
          </a:xfrm>
        </p:grpSpPr>
        <p:sp>
          <p:nvSpPr>
            <p:cNvPr id="5" name="Freeform 5"/>
            <p:cNvSpPr/>
            <p:nvPr/>
          </p:nvSpPr>
          <p:spPr>
            <a:xfrm>
              <a:off x="223238" y="0"/>
              <a:ext cx="24631104" cy="581092"/>
            </a:xfrm>
            <a:custGeom>
              <a:avLst/>
              <a:gdLst/>
              <a:ahLst/>
              <a:cxnLst/>
              <a:rect l="l" t="t" r="r" b="b"/>
              <a:pathLst>
                <a:path w="24631104" h="581092">
                  <a:moveTo>
                    <a:pt x="0" y="0"/>
                  </a:moveTo>
                  <a:lnTo>
                    <a:pt x="24631104" y="0"/>
                  </a:lnTo>
                  <a:lnTo>
                    <a:pt x="24631104" y="581092"/>
                  </a:lnTo>
                  <a:lnTo>
                    <a:pt x="0" y="581092"/>
                  </a:lnTo>
                  <a:lnTo>
                    <a:pt x="0" y="0"/>
                  </a:lnTo>
                  <a:close/>
                </a:path>
              </a:pathLst>
            </a:custGeom>
            <a:blipFill>
              <a:blip r:embed="rId2"/>
              <a:stretch>
                <a:fillRect t="-54252" b="-2669820"/>
              </a:stretch>
            </a:blipFill>
          </p:spPr>
        </p:sp>
        <p:grpSp>
          <p:nvGrpSpPr>
            <p:cNvPr id="6" name="Group 6"/>
            <p:cNvGrpSpPr/>
            <p:nvPr/>
          </p:nvGrpSpPr>
          <p:grpSpPr>
            <a:xfrm>
              <a:off x="0" y="0"/>
              <a:ext cx="8701391" cy="4757151"/>
              <a:chOff x="0" y="0"/>
              <a:chExt cx="6201100" cy="3390213"/>
            </a:xfrm>
          </p:grpSpPr>
          <p:sp>
            <p:nvSpPr>
              <p:cNvPr id="7" name="Freeform 7"/>
              <p:cNvSpPr/>
              <p:nvPr/>
            </p:nvSpPr>
            <p:spPr>
              <a:xfrm>
                <a:off x="0" y="0"/>
                <a:ext cx="6201100" cy="3390213"/>
              </a:xfrm>
              <a:custGeom>
                <a:avLst/>
                <a:gdLst/>
                <a:ahLst/>
                <a:cxnLst/>
                <a:rect l="l" t="t" r="r" b="b"/>
                <a:pathLst>
                  <a:path w="6201100" h="3390213">
                    <a:moveTo>
                      <a:pt x="6201100" y="0"/>
                    </a:moveTo>
                    <a:lnTo>
                      <a:pt x="3864960" y="3206928"/>
                    </a:lnTo>
                    <a:cubicBezTo>
                      <a:pt x="3786641" y="3320094"/>
                      <a:pt x="3638783" y="3390198"/>
                      <a:pt x="3478388" y="3390213"/>
                    </a:cubicBezTo>
                    <a:lnTo>
                      <a:pt x="0" y="3390213"/>
                    </a:lnTo>
                    <a:lnTo>
                      <a:pt x="0" y="0"/>
                    </a:lnTo>
                    <a:close/>
                  </a:path>
                </a:pathLst>
              </a:custGeom>
              <a:solidFill>
                <a:srgbClr val="000000"/>
              </a:solidFill>
              <a:ln w="12700">
                <a:solidFill>
                  <a:srgbClr val="000000"/>
                </a:solidFill>
              </a:ln>
            </p:spPr>
          </p:sp>
        </p:grpSp>
      </p:grpSp>
      <p:sp>
        <p:nvSpPr>
          <p:cNvPr id="8" name="Freeform 8"/>
          <p:cNvSpPr/>
          <p:nvPr/>
        </p:nvSpPr>
        <p:spPr>
          <a:xfrm>
            <a:off x="2288364" y="709392"/>
            <a:ext cx="1765721" cy="2320157"/>
          </a:xfrm>
          <a:custGeom>
            <a:avLst/>
            <a:gdLst/>
            <a:ahLst/>
            <a:cxnLst/>
            <a:rect l="l" t="t" r="r" b="b"/>
            <a:pathLst>
              <a:path w="1765721" h="2320157">
                <a:moveTo>
                  <a:pt x="0" y="0"/>
                </a:moveTo>
                <a:lnTo>
                  <a:pt x="1765721" y="0"/>
                </a:lnTo>
                <a:lnTo>
                  <a:pt x="1765721" y="2320158"/>
                </a:lnTo>
                <a:lnTo>
                  <a:pt x="0" y="23201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9" name="TextBox 9"/>
          <p:cNvSpPr txBox="1"/>
          <p:nvPr/>
        </p:nvSpPr>
        <p:spPr>
          <a:xfrm>
            <a:off x="199437" y="4124004"/>
            <a:ext cx="18098088" cy="5986470"/>
          </a:xfrm>
          <a:prstGeom prst="rect">
            <a:avLst/>
          </a:prstGeom>
        </p:spPr>
        <p:txBody>
          <a:bodyPr lIns="0" tIns="0" rIns="0" bIns="0" rtlCol="0" anchor="t">
            <a:spAutoFit/>
          </a:bodyPr>
          <a:lstStyle/>
          <a:p>
            <a:pPr marL="0" marR="0" lvl="0" indent="0" algn="l" defTabSz="914400" rtl="0" eaLnBrk="1" fontAlgn="auto" latinLnBrk="0" hangingPunct="1">
              <a:lnSpc>
                <a:spcPts val="3167"/>
              </a:lnSpc>
              <a:spcBef>
                <a:spcPts val="0"/>
              </a:spcBef>
              <a:spcAft>
                <a:spcPts val="0"/>
              </a:spcAft>
              <a:buClrTx/>
              <a:buSzTx/>
              <a:buFontTx/>
              <a:buNone/>
              <a:tabLst/>
              <a:defRPr/>
            </a:pP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Resumen</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a:t>
            </a:r>
          </a:p>
          <a:p>
            <a:pPr marL="0" marR="0" lvl="0" indent="0" algn="l" defTabSz="914400" rtl="0" eaLnBrk="1" fontAlgn="auto" latinLnBrk="0" hangingPunct="1">
              <a:lnSpc>
                <a:spcPts val="3167"/>
              </a:lnSpc>
              <a:spcBef>
                <a:spcPts val="0"/>
              </a:spcBef>
              <a:spcAft>
                <a:spcPts val="0"/>
              </a:spcAft>
              <a:buClrTx/>
              <a:buSzTx/>
              <a:buFontTx/>
              <a:buNone/>
              <a:tabLst/>
              <a:defRPr/>
            </a:pPr>
            <a:endPar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endParaRPr>
          </a:p>
          <a:p>
            <a:pPr marL="455932" marR="0" lvl="1" indent="-227966" algn="l" defTabSz="914400" rtl="0" eaLnBrk="1" fontAlgn="auto" latinLnBrk="0" hangingPunct="1">
              <a:lnSpc>
                <a:spcPts val="3167"/>
              </a:lnSpc>
              <a:spcBef>
                <a:spcPts val="0"/>
              </a:spcBef>
              <a:spcAft>
                <a:spcPts val="0"/>
              </a:spcAft>
              <a:buClrTx/>
              <a:buSzTx/>
              <a:buFont typeface="Arial"/>
              <a:buChar char="•"/>
              <a:tabLst/>
              <a:defRPr/>
            </a:pP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Interacción</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a:t>
            </a: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dinámica</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con </a:t>
            </a: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audiencia</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Viewers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pueden</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influir</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en el stream y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mantener</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la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interacción</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activa</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a:t>
            </a:r>
          </a:p>
          <a:p>
            <a:pPr marL="0" marR="0" lvl="0" indent="0" algn="l" defTabSz="914400" rtl="0" eaLnBrk="1" fontAlgn="auto" latinLnBrk="0" hangingPunct="1">
              <a:lnSpc>
                <a:spcPts val="3167"/>
              </a:lnSpc>
              <a:spcBef>
                <a:spcPts val="0"/>
              </a:spcBef>
              <a:spcAft>
                <a:spcPts val="0"/>
              </a:spcAft>
              <a:buClrTx/>
              <a:buSzTx/>
              <a:buFontTx/>
              <a:buNone/>
              <a:tabLst/>
              <a:defRPr/>
            </a:pPr>
            <a:endPar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endParaRPr>
          </a:p>
          <a:p>
            <a:pPr marL="455932" marR="0" lvl="1" indent="-227966" algn="l" defTabSz="914400" rtl="0" eaLnBrk="1" fontAlgn="auto" latinLnBrk="0" hangingPunct="1">
              <a:lnSpc>
                <a:spcPts val="3167"/>
              </a:lnSpc>
              <a:spcBef>
                <a:spcPts val="0"/>
              </a:spcBef>
              <a:spcAft>
                <a:spcPts val="0"/>
              </a:spcAft>
              <a:buClrTx/>
              <a:buSzTx/>
              <a:buFont typeface="Arial"/>
              <a:buChar char="•"/>
              <a:tabLst/>
              <a:defRPr/>
            </a:pP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Asistente</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virtual con IA: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Responde</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con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voz</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y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personalidad</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ayuda</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en chat e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interacción</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cuando</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el streamer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está</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concentrado</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en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otras</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acciones</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a:t>
            </a:r>
          </a:p>
          <a:p>
            <a:pPr marL="0" marR="0" lvl="0" indent="0" algn="l" defTabSz="914400" rtl="0" eaLnBrk="1" fontAlgn="auto" latinLnBrk="0" hangingPunct="1">
              <a:lnSpc>
                <a:spcPts val="3167"/>
              </a:lnSpc>
              <a:spcBef>
                <a:spcPts val="0"/>
              </a:spcBef>
              <a:spcAft>
                <a:spcPts val="0"/>
              </a:spcAft>
              <a:buClrTx/>
              <a:buSzTx/>
              <a:buFontTx/>
              <a:buNone/>
              <a:tabLst/>
              <a:defRPr/>
            </a:pPr>
            <a:endPar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endParaRPr>
          </a:p>
          <a:p>
            <a:pPr marL="455932" marR="0" lvl="1" indent="-227966" algn="l" defTabSz="914400" rtl="0" eaLnBrk="1" fontAlgn="auto" latinLnBrk="0" hangingPunct="1">
              <a:lnSpc>
                <a:spcPts val="3167"/>
              </a:lnSpc>
              <a:spcBef>
                <a:spcPts val="0"/>
              </a:spcBef>
              <a:spcAft>
                <a:spcPts val="0"/>
              </a:spcAft>
              <a:buClrTx/>
              <a:buSzTx/>
              <a:buFont typeface="Arial"/>
              <a:buChar char="•"/>
              <a:tabLst/>
              <a:defRPr/>
            </a:pP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Personalización</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total del </a:t>
            </a: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asistente</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Configuración</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de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apariencia</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voz</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comportamiento</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y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tono</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a:t>
            </a:r>
          </a:p>
          <a:p>
            <a:pPr marL="0" marR="0" lvl="0" indent="0" algn="l" defTabSz="914400" rtl="0" eaLnBrk="1" fontAlgn="auto" latinLnBrk="0" hangingPunct="1">
              <a:lnSpc>
                <a:spcPts val="3167"/>
              </a:lnSpc>
              <a:spcBef>
                <a:spcPts val="0"/>
              </a:spcBef>
              <a:spcAft>
                <a:spcPts val="0"/>
              </a:spcAft>
              <a:buClrTx/>
              <a:buSzTx/>
              <a:buFontTx/>
              <a:buNone/>
              <a:tabLst/>
              <a:defRPr/>
            </a:pPr>
            <a:endPar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endParaRPr>
          </a:p>
          <a:p>
            <a:pPr marL="455932" marR="0" lvl="1" indent="-227966" algn="l" defTabSz="914400" rtl="0" eaLnBrk="1" fontAlgn="auto" latinLnBrk="0" hangingPunct="1">
              <a:lnSpc>
                <a:spcPts val="3167"/>
              </a:lnSpc>
              <a:spcBef>
                <a:spcPts val="0"/>
              </a:spcBef>
              <a:spcAft>
                <a:spcPts val="0"/>
              </a:spcAft>
              <a:buClrTx/>
              <a:buSzTx/>
              <a:buFont typeface="Arial"/>
              <a:buChar char="•"/>
              <a:tabLst/>
              <a:defRPr/>
            </a:pP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Moderación</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a:t>
            </a: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inteligente</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Filtra</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spam y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lenguaje</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ofensivo</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gestiona</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seguridad</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del chat y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permite</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control manual del streamer.</a:t>
            </a:r>
          </a:p>
          <a:p>
            <a:pPr marL="0" marR="0" lvl="0" indent="0" algn="l" defTabSz="914400" rtl="0" eaLnBrk="1" fontAlgn="auto" latinLnBrk="0" hangingPunct="1">
              <a:lnSpc>
                <a:spcPts val="3167"/>
              </a:lnSpc>
              <a:spcBef>
                <a:spcPts val="0"/>
              </a:spcBef>
              <a:spcAft>
                <a:spcPts val="0"/>
              </a:spcAft>
              <a:buClrTx/>
              <a:buSzTx/>
              <a:buFontTx/>
              <a:buNone/>
              <a:tabLst/>
              <a:defRPr/>
            </a:pPr>
            <a:endPar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endParaRPr>
          </a:p>
          <a:p>
            <a:pPr marL="455932" marR="0" lvl="1" indent="-227966" algn="l" defTabSz="914400" rtl="0" eaLnBrk="1" fontAlgn="auto" latinLnBrk="0" hangingPunct="1">
              <a:lnSpc>
                <a:spcPts val="3167"/>
              </a:lnSpc>
              <a:spcBef>
                <a:spcPts val="0"/>
              </a:spcBef>
              <a:spcAft>
                <a:spcPts val="0"/>
              </a:spcAft>
              <a:buClrTx/>
              <a:buSzTx/>
              <a:buFont typeface="Arial"/>
              <a:buChar char="•"/>
              <a:tabLst/>
              <a:defRPr/>
            </a:pP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Aprendizaje</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a:t>
            </a: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rápido</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Tutoriales</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cortos</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y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documentación</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clara</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acerca</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del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uso</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del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sistema</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para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nuevos</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streamers.</a:t>
            </a:r>
          </a:p>
          <a:p>
            <a:pPr marL="0" marR="0" lvl="0" indent="0" algn="l" defTabSz="914400" rtl="0" eaLnBrk="1" fontAlgn="auto" latinLnBrk="0" hangingPunct="1">
              <a:lnSpc>
                <a:spcPts val="3167"/>
              </a:lnSpc>
              <a:spcBef>
                <a:spcPts val="0"/>
              </a:spcBef>
              <a:spcAft>
                <a:spcPts val="0"/>
              </a:spcAft>
              <a:buClrTx/>
              <a:buSzTx/>
              <a:buFontTx/>
              <a:buNone/>
              <a:tabLst/>
              <a:defRPr/>
            </a:pPr>
            <a:endPar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endParaRPr>
          </a:p>
          <a:p>
            <a:pPr marL="455932" marR="0" lvl="1" indent="-227966" algn="l" defTabSz="914400" rtl="0" eaLnBrk="1" fontAlgn="auto" latinLnBrk="0" hangingPunct="1">
              <a:lnSpc>
                <a:spcPts val="3167"/>
              </a:lnSpc>
              <a:spcBef>
                <a:spcPts val="0"/>
              </a:spcBef>
              <a:spcAft>
                <a:spcPts val="0"/>
              </a:spcAft>
              <a:buClrTx/>
              <a:buSzTx/>
              <a:buFont typeface="Arial"/>
              <a:buChar char="•"/>
              <a:tabLst/>
              <a:defRPr/>
            </a:pP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Panel de control del </a:t>
            </a:r>
            <a:r>
              <a:rPr kumimoji="0" lang="en-US" sz="2111"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asistente</a:t>
            </a:r>
            <a:r>
              <a:rPr kumimoji="0" lang="en-US" sz="2111"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virtual: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interfaz</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grafica</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que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permita</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configurar</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 el </a:t>
            </a:r>
            <a:r>
              <a:rPr kumimoji="0" lang="en-US" sz="2111" b="0" i="0" u="none" strike="noStrike" kern="1200" cap="none" spc="0" normalizeH="0" baseline="0" noProof="0" dirty="0" err="1">
                <a:ln>
                  <a:noFill/>
                </a:ln>
                <a:solidFill>
                  <a:srgbClr val="311581"/>
                </a:solidFill>
                <a:effectLst/>
                <a:uLnTx/>
                <a:uFillTx/>
                <a:latin typeface="Public Sans"/>
                <a:ea typeface="Public Sans"/>
                <a:cs typeface="Public Sans"/>
                <a:sym typeface="Public Sans"/>
              </a:rPr>
              <a:t>asistente</a:t>
            </a:r>
            <a:r>
              <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rPr>
              <a:t>.</a:t>
            </a:r>
          </a:p>
          <a:p>
            <a:pPr marL="0" marR="0" lvl="0" indent="0" algn="l" defTabSz="914400" rtl="0" eaLnBrk="1" fontAlgn="auto" latinLnBrk="0" hangingPunct="1">
              <a:lnSpc>
                <a:spcPts val="3167"/>
              </a:lnSpc>
              <a:spcBef>
                <a:spcPts val="0"/>
              </a:spcBef>
              <a:spcAft>
                <a:spcPts val="0"/>
              </a:spcAft>
              <a:buClrTx/>
              <a:buSzTx/>
              <a:buFontTx/>
              <a:buNone/>
              <a:tabLst/>
              <a:defRPr/>
            </a:pPr>
            <a:endParaRPr kumimoji="0" lang="en-US" sz="2111" b="0" i="0" u="none" strike="noStrike" kern="1200" cap="none" spc="0" normalizeH="0" baseline="0" noProof="0" dirty="0">
              <a:ln>
                <a:noFill/>
              </a:ln>
              <a:solidFill>
                <a:srgbClr val="311581"/>
              </a:solidFill>
              <a:effectLst/>
              <a:uLnTx/>
              <a:uFillTx/>
              <a:latin typeface="Public Sans"/>
              <a:ea typeface="Public Sans"/>
              <a:cs typeface="Public Sans"/>
              <a:sym typeface="Public Sans"/>
            </a:endParaRPr>
          </a:p>
        </p:txBody>
      </p:sp>
      <p:sp>
        <p:nvSpPr>
          <p:cNvPr id="10" name="Freeform 10"/>
          <p:cNvSpPr/>
          <p:nvPr/>
        </p:nvSpPr>
        <p:spPr>
          <a:xfrm>
            <a:off x="465158" y="1033843"/>
            <a:ext cx="1671256" cy="1671256"/>
          </a:xfrm>
          <a:custGeom>
            <a:avLst/>
            <a:gdLst/>
            <a:ahLst/>
            <a:cxnLst/>
            <a:rect l="l" t="t" r="r" b="b"/>
            <a:pathLst>
              <a:path w="1671256" h="1671256">
                <a:moveTo>
                  <a:pt x="0" y="0"/>
                </a:moveTo>
                <a:lnTo>
                  <a:pt x="1671256" y="0"/>
                </a:lnTo>
                <a:lnTo>
                  <a:pt x="1671256" y="1671256"/>
                </a:lnTo>
                <a:lnTo>
                  <a:pt x="0" y="1671256"/>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11" name="TextBox 11"/>
          <p:cNvSpPr txBox="1"/>
          <p:nvPr/>
        </p:nvSpPr>
        <p:spPr>
          <a:xfrm>
            <a:off x="6135576" y="1220046"/>
            <a:ext cx="10555258" cy="1075116"/>
          </a:xfrm>
          <a:prstGeom prst="rect">
            <a:avLst/>
          </a:prstGeom>
        </p:spPr>
        <p:txBody>
          <a:bodyPr wrap="square" lIns="0" tIns="0" rIns="0" bIns="0" rtlCol="0" anchor="t">
            <a:spAutoFit/>
          </a:bodyPr>
          <a:lstStyle/>
          <a:p>
            <a:pPr marL="0" marR="0" lvl="0" indent="0" algn="l" defTabSz="914400" rtl="0" eaLnBrk="1" fontAlgn="auto" latinLnBrk="0" hangingPunct="1">
              <a:lnSpc>
                <a:spcPts val="8213"/>
              </a:lnSpc>
              <a:spcBef>
                <a:spcPct val="0"/>
              </a:spcBef>
              <a:spcAft>
                <a:spcPts val="0"/>
              </a:spcAft>
              <a:buClrTx/>
              <a:buSzTx/>
              <a:buFontTx/>
              <a:buNone/>
              <a:tabLst/>
              <a:defRPr/>
            </a:pPr>
            <a:r>
              <a:rPr kumimoji="0" lang="en-US" sz="7399"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Historias</a:t>
            </a:r>
            <a:r>
              <a:rPr kumimoji="0" lang="en-US" sz="7399"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de </a:t>
            </a:r>
            <a:r>
              <a:rPr kumimoji="0" lang="en-US" sz="7399"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Usuarios</a:t>
            </a:r>
            <a:endParaRPr kumimoji="0" lang="en-US" sz="7399"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endParaRPr>
          </a:p>
        </p:txBody>
      </p:sp>
      <p:sp>
        <p:nvSpPr>
          <p:cNvPr id="12" name="TextBox 12"/>
          <p:cNvSpPr txBox="1"/>
          <p:nvPr/>
        </p:nvSpPr>
        <p:spPr>
          <a:xfrm>
            <a:off x="6135576" y="2436128"/>
            <a:ext cx="9719841" cy="607827"/>
          </a:xfrm>
          <a:prstGeom prst="rect">
            <a:avLst/>
          </a:prstGeom>
        </p:spPr>
        <p:txBody>
          <a:bodyPr lIns="0" tIns="0" rIns="0" bIns="0" rtlCol="0" anchor="t">
            <a:spAutoFit/>
          </a:bodyPr>
          <a:lstStyle/>
          <a:p>
            <a:pPr marL="0" marR="0" lvl="0" indent="0" algn="l" defTabSz="914400" rtl="0" eaLnBrk="1" fontAlgn="auto" latinLnBrk="0" hangingPunct="1">
              <a:lnSpc>
                <a:spcPts val="2340"/>
              </a:lnSpc>
              <a:spcBef>
                <a:spcPct val="0"/>
              </a:spcBef>
              <a:spcAft>
                <a:spcPts val="0"/>
              </a:spcAft>
              <a:buClrTx/>
              <a:buSzTx/>
              <a:buFontTx/>
              <a:buNone/>
              <a:tabLst/>
              <a:defRPr/>
            </a:pP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Tras</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las </a:t>
            </a: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entrevistas</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con streamers, se </a:t>
            </a: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identificaron</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a:t>
            </a: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sus</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a:t>
            </a: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principales</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a:t>
            </a: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necesidades</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y se </a:t>
            </a: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elaboraron</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a:t>
            </a: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historias</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de </a:t>
            </a: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usuario</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para </a:t>
            </a: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definir</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las </a:t>
            </a: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funcionalidades</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 del </a:t>
            </a:r>
            <a:r>
              <a:rPr kumimoji="0" lang="en-US" sz="2000" b="1" i="0" u="none" strike="noStrike" kern="1200" cap="none" spc="0" normalizeH="0" baseline="0" noProof="0" dirty="0" err="1">
                <a:ln>
                  <a:noFill/>
                </a:ln>
                <a:solidFill>
                  <a:srgbClr val="311581"/>
                </a:solidFill>
                <a:effectLst/>
                <a:uLnTx/>
                <a:uFillTx/>
                <a:latin typeface="Public Sans Bold"/>
                <a:ea typeface="Public Sans Bold"/>
                <a:cs typeface="Public Sans Bold"/>
                <a:sym typeface="Public Sans Bold"/>
              </a:rPr>
              <a:t>sistema</a:t>
            </a:r>
            <a:r>
              <a:rPr kumimoji="0" lang="en-US" sz="2000" b="1" i="0" u="none" strike="noStrike" kern="1200" cap="none" spc="0" normalizeH="0" baseline="0" noProof="0" dirty="0">
                <a:ln>
                  <a:noFill/>
                </a:ln>
                <a:solidFill>
                  <a:srgbClr val="311581"/>
                </a:solidFill>
                <a:effectLst/>
                <a:uLnTx/>
                <a:uFillTx/>
                <a:latin typeface="Public Sans Bold"/>
                <a:ea typeface="Public Sans Bold"/>
                <a:cs typeface="Public Sans Bold"/>
                <a:sym typeface="Public Sans Bold"/>
              </a:rPr>
              <a:t>.</a:t>
            </a:r>
          </a:p>
        </p:txBody>
      </p:sp>
    </p:spTree>
    <p:extLst>
      <p:ext uri="{BB962C8B-B14F-4D97-AF65-F5344CB8AC3E}">
        <p14:creationId xmlns:p14="http://schemas.microsoft.com/office/powerpoint/2010/main" val="2972095048"/>
      </p:ext>
    </p:extLst>
  </p:cSld>
  <p:clrMapOvr>
    <a:masterClrMapping/>
  </p:clrMapOvr>
  <p:transition>
    <p:cover/>
  </p:transition>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432C7">
                <a:alpha val="100000"/>
              </a:srgbClr>
            </a:gs>
          </a:gsLst>
          <a:lin ang="16200000"/>
        </a:gradFill>
        <a:effectLst/>
      </p:bgPr>
    </p:bg>
    <p:spTree>
      <p:nvGrpSpPr>
        <p:cNvPr id="1" name=""/>
        <p:cNvGrpSpPr/>
        <p:nvPr/>
      </p:nvGrpSpPr>
      <p:grpSpPr>
        <a:xfrm>
          <a:off x="0" y="0"/>
          <a:ext cx="0" cy="0"/>
          <a:chOff x="0" y="0"/>
          <a:chExt cx="0" cy="0"/>
        </a:xfrm>
      </p:grpSpPr>
      <p:sp>
        <p:nvSpPr>
          <p:cNvPr id="2" name="Freeform 2"/>
          <p:cNvSpPr/>
          <p:nvPr/>
        </p:nvSpPr>
        <p:spPr>
          <a:xfrm>
            <a:off x="674203" y="26041"/>
            <a:ext cx="16939595" cy="10234917"/>
          </a:xfrm>
          <a:custGeom>
            <a:avLst/>
            <a:gdLst/>
            <a:ahLst/>
            <a:cxnLst/>
            <a:rect l="l" t="t" r="r" b="b"/>
            <a:pathLst>
              <a:path w="16939595" h="10234917">
                <a:moveTo>
                  <a:pt x="0" y="0"/>
                </a:moveTo>
                <a:lnTo>
                  <a:pt x="16939594" y="0"/>
                </a:lnTo>
                <a:lnTo>
                  <a:pt x="16939594" y="10234918"/>
                </a:lnTo>
                <a:lnTo>
                  <a:pt x="0" y="10234918"/>
                </a:lnTo>
                <a:lnTo>
                  <a:pt x="0" y="0"/>
                </a:lnTo>
                <a:close/>
              </a:path>
            </a:pathLst>
          </a:custGeom>
          <a:blipFill>
            <a:blip r:embed="rId2"/>
            <a:stretch>
              <a:fillRect l="-538" t="-882" r="-614" b="-13030"/>
            </a:stretch>
          </a:blipFill>
        </p:spPr>
      </p:sp>
      <p:grpSp>
        <p:nvGrpSpPr>
          <p:cNvPr id="3" name="Group 3"/>
          <p:cNvGrpSpPr/>
          <p:nvPr/>
        </p:nvGrpSpPr>
        <p:grpSpPr>
          <a:xfrm rot="5400000">
            <a:off x="12765761" y="-3788115"/>
            <a:ext cx="1734124" cy="9310353"/>
            <a:chOff x="0" y="0"/>
            <a:chExt cx="1647779" cy="8846774"/>
          </a:xfrm>
        </p:grpSpPr>
        <p:sp>
          <p:nvSpPr>
            <p:cNvPr id="4" name="Freeform 4"/>
            <p:cNvSpPr/>
            <p:nvPr/>
          </p:nvSpPr>
          <p:spPr>
            <a:xfrm flipH="1">
              <a:off x="0" y="0"/>
              <a:ext cx="1647779" cy="8846774"/>
            </a:xfrm>
            <a:custGeom>
              <a:avLst/>
              <a:gdLst/>
              <a:ahLst/>
              <a:cxnLst/>
              <a:rect l="l" t="t" r="r" b="b"/>
              <a:pathLst>
                <a:path w="1647779" h="8846774">
                  <a:moveTo>
                    <a:pt x="0" y="0"/>
                  </a:moveTo>
                  <a:lnTo>
                    <a:pt x="620768" y="8368491"/>
                  </a:lnTo>
                  <a:cubicBezTo>
                    <a:pt x="641579" y="8663798"/>
                    <a:pt x="680868" y="8846736"/>
                    <a:pt x="723489" y="8846774"/>
                  </a:cubicBezTo>
                  <a:lnTo>
                    <a:pt x="1647779" y="8846774"/>
                  </a:lnTo>
                  <a:lnTo>
                    <a:pt x="1647779" y="0"/>
                  </a:lnTo>
                  <a:close/>
                </a:path>
              </a:pathLst>
            </a:custGeom>
            <a:solidFill>
              <a:srgbClr val="311581"/>
            </a:solidFill>
            <a:ln w="12700">
              <a:solidFill>
                <a:srgbClr val="000000"/>
              </a:solidFill>
            </a:ln>
          </p:spPr>
        </p:sp>
      </p:grpSp>
      <p:grpSp>
        <p:nvGrpSpPr>
          <p:cNvPr id="5" name="Group 5"/>
          <p:cNvGrpSpPr/>
          <p:nvPr/>
        </p:nvGrpSpPr>
        <p:grpSpPr>
          <a:xfrm rot="5400000">
            <a:off x="4366056" y="-4366056"/>
            <a:ext cx="1073060" cy="9805171"/>
            <a:chOff x="0" y="0"/>
            <a:chExt cx="1019630" cy="9316954"/>
          </a:xfrm>
        </p:grpSpPr>
        <p:sp>
          <p:nvSpPr>
            <p:cNvPr id="6" name="Freeform 6"/>
            <p:cNvSpPr/>
            <p:nvPr/>
          </p:nvSpPr>
          <p:spPr>
            <a:xfrm flipH="1">
              <a:off x="0" y="0"/>
              <a:ext cx="1019630" cy="9316954"/>
            </a:xfrm>
            <a:custGeom>
              <a:avLst/>
              <a:gdLst/>
              <a:ahLst/>
              <a:cxnLst/>
              <a:rect l="l" t="t" r="r" b="b"/>
              <a:pathLst>
                <a:path w="1019630" h="9316954">
                  <a:moveTo>
                    <a:pt x="0" y="0"/>
                  </a:moveTo>
                  <a:lnTo>
                    <a:pt x="384125" y="8813251"/>
                  </a:lnTo>
                  <a:cubicBezTo>
                    <a:pt x="397003" y="9124254"/>
                    <a:pt x="421315" y="9316913"/>
                    <a:pt x="447688" y="9316954"/>
                  </a:cubicBezTo>
                  <a:lnTo>
                    <a:pt x="1019630" y="9316954"/>
                  </a:lnTo>
                  <a:lnTo>
                    <a:pt x="1019630" y="0"/>
                  </a:lnTo>
                  <a:close/>
                </a:path>
              </a:pathLst>
            </a:custGeom>
            <a:solidFill>
              <a:srgbClr val="311581"/>
            </a:solidFill>
            <a:ln w="12700">
              <a:solidFill>
                <a:srgbClr val="000000"/>
              </a:solidFill>
            </a:ln>
          </p:spPr>
        </p:sp>
      </p:grpSp>
      <p:sp>
        <p:nvSpPr>
          <p:cNvPr id="7" name="TextBox 7"/>
          <p:cNvSpPr txBox="1"/>
          <p:nvPr/>
        </p:nvSpPr>
        <p:spPr>
          <a:xfrm>
            <a:off x="9345706" y="204347"/>
            <a:ext cx="8711877" cy="868713"/>
          </a:xfrm>
          <a:prstGeom prst="rect">
            <a:avLst/>
          </a:prstGeom>
        </p:spPr>
        <p:txBody>
          <a:bodyPr wrap="square" lIns="0" tIns="0" rIns="0" bIns="0" rtlCol="0" anchor="t">
            <a:spAutoFit/>
          </a:bodyPr>
          <a:lstStyle/>
          <a:p>
            <a:pPr marL="0" marR="0" lvl="0" indent="0" algn="l" defTabSz="914400" rtl="0" eaLnBrk="1" fontAlgn="auto" latinLnBrk="0" hangingPunct="1">
              <a:lnSpc>
                <a:spcPts val="6660"/>
              </a:lnSpc>
              <a:spcBef>
                <a:spcPct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Public Sans Bold"/>
                <a:ea typeface="Public Sans Bold"/>
                <a:cs typeface="Public Sans Bold"/>
                <a:sym typeface="Public Sans Bold"/>
              </a:rPr>
              <a:t>Flujograma de </a:t>
            </a:r>
            <a:r>
              <a:rPr kumimoji="0" lang="en-US" sz="6000" b="1" i="0" u="none" strike="noStrike" kern="1200" cap="none" spc="0" normalizeH="0" baseline="0" noProof="0" dirty="0" smtClean="0">
                <a:ln>
                  <a:noFill/>
                </a:ln>
                <a:solidFill>
                  <a:srgbClr val="FFFFFF"/>
                </a:solidFill>
                <a:effectLst/>
                <a:uLnTx/>
                <a:uFillTx/>
                <a:latin typeface="Public Sans Bold"/>
                <a:ea typeface="Public Sans Bold"/>
                <a:cs typeface="Public Sans Bold"/>
                <a:sym typeface="Public Sans Bold"/>
              </a:rPr>
              <a:t>Proceso</a:t>
            </a:r>
            <a:endParaRPr kumimoji="0" lang="en-US" sz="6000" b="1" i="0" u="none" strike="noStrike" kern="1200" cap="none" spc="0" normalizeH="0" baseline="0" noProof="0" dirty="0">
              <a:ln>
                <a:noFill/>
              </a:ln>
              <a:solidFill>
                <a:srgbClr val="FFFFFF"/>
              </a:solidFill>
              <a:effectLst/>
              <a:uLnTx/>
              <a:uFillTx/>
              <a:latin typeface="Public Sans Bold"/>
              <a:ea typeface="Public Sans Bold"/>
              <a:cs typeface="Public Sans Bold"/>
              <a:sym typeface="Public Sans Bold"/>
            </a:endParaRPr>
          </a:p>
        </p:txBody>
      </p:sp>
    </p:spTree>
    <p:extLst>
      <p:ext uri="{BB962C8B-B14F-4D97-AF65-F5344CB8AC3E}">
        <p14:creationId xmlns:p14="http://schemas.microsoft.com/office/powerpoint/2010/main" val="2356313618"/>
      </p:ext>
    </p:extLst>
  </p:cSld>
  <p:clrMapOvr>
    <a:masterClrMapping/>
  </p:clrMapOvr>
  <p:transition>
    <p:cover/>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926</Words>
  <Application>Microsoft Office PowerPoint</Application>
  <PresentationFormat>Personalizado</PresentationFormat>
  <Paragraphs>114</Paragraphs>
  <Slides>18</Slides>
  <Notes>15</Notes>
  <HiddenSlides>0</HiddenSlides>
  <MMClips>0</MMClips>
  <ScaleCrop>false</ScaleCrop>
  <HeadingPairs>
    <vt:vector size="6" baseType="variant">
      <vt:variant>
        <vt:lpstr>Fuentes usadas</vt:lpstr>
      </vt:variant>
      <vt:variant>
        <vt:i4>6</vt:i4>
      </vt:variant>
      <vt:variant>
        <vt:lpstr>Tema</vt:lpstr>
      </vt:variant>
      <vt:variant>
        <vt:i4>4</vt:i4>
      </vt:variant>
      <vt:variant>
        <vt:lpstr>Títulos de diapositiva</vt:lpstr>
      </vt:variant>
      <vt:variant>
        <vt:i4>18</vt:i4>
      </vt:variant>
    </vt:vector>
  </HeadingPairs>
  <TitlesOfParts>
    <vt:vector size="28" baseType="lpstr">
      <vt:lpstr>Public Sans</vt:lpstr>
      <vt:lpstr>Nunito</vt:lpstr>
      <vt:lpstr>Arial</vt:lpstr>
      <vt:lpstr>Calibri</vt:lpstr>
      <vt:lpstr>Public Sans Thin</vt:lpstr>
      <vt:lpstr>Public Sans Bold</vt:lpstr>
      <vt:lpstr>Office Theme</vt:lpstr>
      <vt:lpstr>1_Office Theme</vt:lpstr>
      <vt:lpstr>2_Office Theme</vt:lpstr>
      <vt:lpstr>3_Office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Claudio Adones Araya</dc:creator>
  <cp:lastModifiedBy>Claudio Adones Araya</cp:lastModifiedBy>
  <cp:revision>10</cp:revision>
  <dcterms:created xsi:type="dcterms:W3CDTF">2006-08-16T00:00:00Z</dcterms:created>
  <dcterms:modified xsi:type="dcterms:W3CDTF">2025-10-30T16:28:23Z</dcterms:modified>
</cp:coreProperties>
</file>